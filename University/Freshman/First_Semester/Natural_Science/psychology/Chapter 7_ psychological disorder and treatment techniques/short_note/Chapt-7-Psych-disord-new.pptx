
<file path=[Content_Types].xml><?xml version="1.0" encoding="utf-8"?>
<Types xmlns="http://schemas.openxmlformats.org/package/2006/content-types">
  <Override PartName="/ppt/slideMasters/slideMaster3.xml" ContentType="application/vnd.openxmlformats-officedocument.presentationml.slideMaster+xml"/>
  <Override PartName="/ppt/theme/theme5.xml" ContentType="application/vnd.openxmlformats-officedocument.theme+xml"/>
  <Override PartName="/ppt/slideLayouts/slideLayout57.xml" ContentType="application/vnd.openxmlformats-officedocument.presentationml.slideLayout+xml"/>
  <Override PartName="/ppt/slideLayouts/slideLayout157.xml" ContentType="application/vnd.openxmlformats-officedocument.presentationml.slideLayout+xml"/>
  <Override PartName="/ppt/notesSlides/notesSlide2.xml" ContentType="application/vnd.openxmlformats-officedocument.presentationml.notesSlide+xml"/>
  <Override PartName="/ppt/slides/slide36.xml" ContentType="application/vnd.openxmlformats-officedocument.presentationml.slide+xml"/>
  <Override PartName="/ppt/slideLayouts/slideLayout46.xml" ContentType="application/vnd.openxmlformats-officedocument.presentationml.slideLayout+xml"/>
  <Override PartName="/ppt/slideLayouts/slideLayout93.xml" ContentType="application/vnd.openxmlformats-officedocument.presentationml.slideLayout+xml"/>
  <Override PartName="/ppt/slideLayouts/slideLayout135.xml" ContentType="application/vnd.openxmlformats-officedocument.presentationml.slideLayout+xml"/>
  <Override PartName="/ppt/slideLayouts/slideLayout146.xml" ContentType="application/vnd.openxmlformats-officedocument.presentationml.slideLayout+xml"/>
  <Override PartName="/ppt/slides/slide25.xml" ContentType="application/vnd.openxmlformats-officedocument.presentationml.slid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82.xml" ContentType="application/vnd.openxmlformats-officedocument.presentationml.slideLayout+xml"/>
  <Override PartName="/ppt/slideLayouts/slideLayout124.xml" ContentType="application/vnd.openxmlformats-officedocument.presentationml.slideLayout+xml"/>
  <Override PartName="/ppt/slideLayouts/slideLayout171.xml" ContentType="application/vnd.openxmlformats-officedocument.presentationml.slide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60.xml" ContentType="application/vnd.openxmlformats-officedocument.presentationml.slideLayout+xml"/>
  <Override PartName="/ppt/slideLayouts/slideLayout71.xml" ContentType="application/vnd.openxmlformats-officedocument.presentationml.slideLayout+xml"/>
  <Override PartName="/ppt/slideLayouts/slideLayout113.xml" ContentType="application/vnd.openxmlformats-officedocument.presentationml.slideLayout+xml"/>
  <Override PartName="/ppt/slideLayouts/slideLayout160.xml" ContentType="application/vnd.openxmlformats-officedocument.presentationml.slideLayout+xml"/>
  <Override PartName="/ppt/theme/themeOverride1.xml" ContentType="application/vnd.openxmlformats-officedocument.themeOverride+xml"/>
  <Override PartName="/ppt/theme/theme18.xml" ContentType="application/vnd.openxmlformats-officedocument.theme+xml"/>
  <Override PartName="/ppt/tableStyles.xml" ContentType="application/vnd.openxmlformats-officedocument.presentationml.tableStyles+xml"/>
  <Override PartName="/ppt/slideLayouts/slideLayout102.xml" ContentType="application/vnd.openxmlformats-officedocument.presentationml.slideLayout+xml"/>
  <Override PartName="/ppt/slideMasters/slideMaster8.xml" ContentType="application/vnd.openxmlformats-officedocument.presentationml.slideMaster+xml"/>
  <Override PartName="/ppt/slideMasters/slideMaster11.xml" ContentType="application/vnd.openxmlformats-officedocument.presentationml.slideMaster+xml"/>
  <Override PartName="/ppt/diagrams/layout1.xml" ContentType="application/vnd.openxmlformats-officedocument.drawingml.diagramLayout+xml"/>
  <Override PartName="/ppt/notesSlides/notesSlide7.xml" ContentType="application/vnd.openxmlformats-officedocument.presentationml.notesSlide+xml"/>
  <Override PartName="/ppt/diagrams/data2.xml" ContentType="application/vnd.openxmlformats-officedocument.drawingml.diagramData+xml"/>
  <Override PartName="/ppt/slideLayouts/slideLayout87.xml" ContentType="application/vnd.openxmlformats-officedocument.presentationml.slideLayout+xml"/>
  <Override PartName="/ppt/slideLayouts/slideLayout98.xml" ContentType="application/vnd.openxmlformats-officedocument.presentationml.slideLayout+xml"/>
  <Override PartName="/ppt/theme/theme10.xml" ContentType="application/vnd.openxmlformats-officedocument.theme+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76.xml" ContentType="application/vnd.openxmlformats-officedocument.presentationml.slideLayout+xml"/>
  <Override PartName="/ppt/slideLayouts/slideLayout118.xml" ContentType="application/vnd.openxmlformats-officedocument.presentationml.slideLayout+xml"/>
  <Override PartName="/ppt/slideLayouts/slideLayout129.xml" ContentType="application/vnd.openxmlformats-officedocument.presentationml.slideLayout+xml"/>
  <Override PartName="/ppt/slideLayouts/slideLayout165.xml" ContentType="application/vnd.openxmlformats-officedocument.presentationml.slideLayout+xml"/>
  <Override PartName="/ppt/slideLayouts/slideLayout176.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65.xml" ContentType="application/vnd.openxmlformats-officedocument.presentationml.slideLayout+xml"/>
  <Override PartName="/ppt/slideLayouts/slideLayout107.xml" ContentType="application/vnd.openxmlformats-officedocument.presentationml.slideLayout+xml"/>
  <Override PartName="/ppt/slideLayouts/slideLayout154.xml" ContentType="application/vnd.openxmlformats-officedocument.presentationml.slideLayout+xml"/>
  <Override PartName="/ppt/slides/slide33.xml" ContentType="application/vnd.openxmlformats-officedocument.presentationml.slide+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90.xml" ContentType="application/vnd.openxmlformats-officedocument.presentationml.slideLayout+xml"/>
  <Override PartName="/ppt/slideLayouts/slideLayout143.xml" ContentType="application/vnd.openxmlformats-officedocument.presentationml.slideLayout+xml"/>
  <Override PartName="/ppt/presentation.xml" ContentType="application/vnd.openxmlformats-officedocument.presentationml.presentation.main+xml"/>
  <Override PartName="/ppt/slideMasters/slideMaster16.xml" ContentType="application/vnd.openxmlformats-officedocument.presentationml.slideMaster+xml"/>
  <Override PartName="/ppt/slides/slide22.xml" ContentType="application/vnd.openxmlformats-officedocument.presentationml.slide+xml"/>
  <Override PartName="/ppt/slideLayouts/slideLayout32.xml" ContentType="application/vnd.openxmlformats-officedocument.presentationml.slideLayout+xml"/>
  <Override PartName="/ppt/slideLayouts/slideLayout1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21.xml" ContentType="application/vnd.openxmlformats-officedocument.presentationml.slideLayout+xml"/>
  <Override PartName="/ppt/slideLayouts/slideLayout110.xml" ContentType="application/vnd.openxmlformats-officedocument.presentationml.slideLayout+xml"/>
  <Override PartName="/ppt/slideLayouts/slideLayout121.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theme/theme15.xml" ContentType="application/vnd.openxmlformats-officedocument.theme+xml"/>
  <Override PartName="/ppt/slideMasters/slideMaster5.xml" ContentType="application/vnd.openxmlformats-officedocument.presentationml.slideMaster+xml"/>
  <Override PartName="/ppt/slideLayouts/slideLayout59.xml" ContentType="application/vnd.openxmlformats-officedocument.presentationml.slideLayout+xml"/>
  <Override PartName="/ppt/theme/theme7.xml" ContentType="application/vnd.openxmlformats-officedocument.theme+xml"/>
  <Override PartName="/ppt/slideLayouts/slideLayout159.xml" ContentType="application/vnd.openxmlformats-officedocument.presentationml.slideLayout+xml"/>
  <Override PartName="/ppt/notesSlides/notesSlide4.xml" ContentType="application/vnd.openxmlformats-officedocument.presentationml.notesSlide+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slideLayouts/slideLayout77.xml" ContentType="application/vnd.openxmlformats-officedocument.presentationml.slideLayout+xml"/>
  <Override PartName="/ppt/slideLayouts/slideLayout95.xml" ContentType="application/vnd.openxmlformats-officedocument.presentationml.slideLayout+xml"/>
  <Override PartName="/ppt/slideLayouts/slideLayout119.xml" ContentType="application/vnd.openxmlformats-officedocument.presentationml.slideLayout+xml"/>
  <Override PartName="/ppt/slideLayouts/slideLayout137.xml" ContentType="application/vnd.openxmlformats-officedocument.presentationml.slideLayout+xml"/>
  <Override PartName="/ppt/slideLayouts/slideLayout148.xml" ContentType="application/vnd.openxmlformats-officedocument.presentationml.slideLayout+xml"/>
  <Override PartName="/ppt/slideLayouts/slideLayout166.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slideLayouts/slideLayout84.xml" ContentType="application/vnd.openxmlformats-officedocument.presentationml.slideLayout+xml"/>
  <Override PartName="/ppt/slideLayouts/slideLayout108.xml" ContentType="application/vnd.openxmlformats-officedocument.presentationml.slideLayout+xml"/>
  <Override PartName="/ppt/slideLayouts/slideLayout126.xml" ContentType="application/vnd.openxmlformats-officedocument.presentationml.slideLayout+xml"/>
  <Override PartName="/ppt/slideLayouts/slideLayout155.xml" ContentType="application/vnd.openxmlformats-officedocument.presentationml.slideLayout+xml"/>
  <Override PartName="/ppt/slideLayouts/slideLayout173.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Override PartName="/ppt/slideLayouts/slideLayout73.xml" ContentType="application/vnd.openxmlformats-officedocument.presentationml.slideLayout+xml"/>
  <Override PartName="/ppt/slideLayouts/slideLayout91.xml" ContentType="application/vnd.openxmlformats-officedocument.presentationml.slideLayout+xml"/>
  <Override PartName="/ppt/slideLayouts/slideLayout115.xml" ContentType="application/vnd.openxmlformats-officedocument.presentationml.slideLayout+xml"/>
  <Override PartName="/ppt/slideLayouts/slideLayout133.xml" ContentType="application/vnd.openxmlformats-officedocument.presentationml.slideLayout+xml"/>
  <Override PartName="/ppt/slideLayouts/slideLayout144.xml" ContentType="application/vnd.openxmlformats-officedocument.presentationml.slideLayout+xml"/>
  <Override PartName="/ppt/slideLayouts/slideLayout162.xml" ContentType="application/vnd.openxmlformats-officedocument.presentationml.slideLayout+xml"/>
  <Default Extension="rels" ContentType="application/vnd.openxmlformats-package.relationships+xml"/>
  <Override PartName="/ppt/slides/slide23.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slideLayouts/slideLayout80.xml" ContentType="application/vnd.openxmlformats-officedocument.presentationml.slideLayout+xml"/>
  <Override PartName="/ppt/slideLayouts/slideLayout104.xml" ContentType="application/vnd.openxmlformats-officedocument.presentationml.slideLayout+xml"/>
  <Override PartName="/ppt/slideLayouts/slideLayout122.xml" ContentType="application/vnd.openxmlformats-officedocument.presentationml.slideLayout+xml"/>
  <Override PartName="/ppt/slideLayouts/slideLayout140.xml" ContentType="application/vnd.openxmlformats-officedocument.presentationml.slideLayout+xml"/>
  <Override PartName="/ppt/slideLayouts/slideLayout151.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slideLayouts/slideLayout111.xml" ContentType="application/vnd.openxmlformats-officedocument.presentationml.slideLayout+xml"/>
  <Override PartName="/ppt/theme/theme16.xml" ContentType="application/vnd.openxmlformats-officedocument.theme+xml"/>
  <Override PartName="/ppt/slideMasters/slideMaster13.xml" ContentType="application/vnd.openxmlformats-officedocument.presentationml.slideMaster+xml"/>
  <Override PartName="/ppt/slideLayouts/slideLayout100.xml" ContentType="application/vnd.openxmlformats-officedocument.presentationml.slideLayout+xml"/>
  <Override PartName="/ppt/notesSlides/notesSlide9.xml" ContentType="application/vnd.openxmlformats-officedocument.presentationml.notesSlide+xml"/>
  <Override PartName="/ppt/slideMasters/slideMaster6.xml" ContentType="application/vnd.openxmlformats-officedocument.presentationml.slideMaster+xml"/>
  <Override PartName="/ppt/theme/theme8.xml" ContentType="application/vnd.openxmlformats-officedocument.theme+xml"/>
  <Override PartName="/ppt/slideLayouts/slideLayout89.xml" ContentType="application/vnd.openxmlformats-officedocument.presentationml.slideLayout+xml"/>
  <Override PartName="/ppt/theme/theme12.xml" ContentType="application/vnd.openxmlformats-officedocument.them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slideLayouts/slideLayout78.xml" ContentType="application/vnd.openxmlformats-officedocument.presentationml.slideLayout+xml"/>
  <Override PartName="/ppt/slideLayouts/slideLayout14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28.xml" ContentType="application/vnd.openxmlformats-officedocument.presentationml.slide+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67.xml" ContentType="application/vnd.openxmlformats-officedocument.presentationml.slideLayout+xml"/>
  <Override PartName="/ppt/slideLayouts/slideLayout85.xml" ContentType="application/vnd.openxmlformats-officedocument.presentationml.slideLayout+xml"/>
  <Override PartName="/ppt/slideLayouts/slideLayout96.xml" ContentType="application/vnd.openxmlformats-officedocument.presentationml.slideLayout+xml"/>
  <Override PartName="/ppt/slideLayouts/slideLayout109.xml" ContentType="application/vnd.openxmlformats-officedocument.presentationml.slideLayout+xml"/>
  <Override PartName="/ppt/slideLayouts/slideLayout138.xml" ContentType="application/vnd.openxmlformats-officedocument.presentationml.slideLayout+xml"/>
  <Override PartName="/ppt/slideLayouts/slideLayout156.xml" ContentType="application/vnd.openxmlformats-officedocument.presentationml.slideLayout+xml"/>
  <Override PartName="/ppt/slideLayouts/slideLayout167.xml" ContentType="application/vnd.openxmlformats-officedocument.presentationml.slideLayout+xml"/>
  <Override PartName="/ppt/notesSlides/notesSlide1.xml" ContentType="application/vnd.openxmlformats-officedocument.presentationml.notesSlide+xml"/>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5.xml" ContentType="application/vnd.openxmlformats-officedocument.presentationml.slideLayout+xml"/>
  <Override PartName="/ppt/slideLayouts/slideLayout56.xml" ContentType="application/vnd.openxmlformats-officedocument.presentationml.slideLayout+xml"/>
  <Override PartName="/ppt/slideLayouts/slideLayout74.xml" ContentType="application/vnd.openxmlformats-officedocument.presentationml.slideLayout+xml"/>
  <Override PartName="/ppt/slideLayouts/slideLayout116.xml" ContentType="application/vnd.openxmlformats-officedocument.presentationml.slideLayout+xml"/>
  <Override PartName="/ppt/slideLayouts/slideLayout127.xml" ContentType="application/vnd.openxmlformats-officedocument.presentationml.slideLayout+xml"/>
  <Override PartName="/ppt/slideLayouts/slideLayout145.xml" ContentType="application/vnd.openxmlformats-officedocument.presentationml.slideLayout+xml"/>
  <Override PartName="/ppt/slideLayouts/slideLayout163.xml" ContentType="application/vnd.openxmlformats-officedocument.presentationml.slideLayout+xml"/>
  <Override PartName="/ppt/slideLayouts/slideLayout174.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Layouts/slideLayout16.xml" ContentType="application/vnd.openxmlformats-officedocument.presentationml.slideLayout+xml"/>
  <Default Extension="jpeg" ContentType="image/jpeg"/>
  <Override PartName="/ppt/slideLayouts/slideLayout34.xml" ContentType="application/vnd.openxmlformats-officedocument.presentationml.slideLayout+xml"/>
  <Override PartName="/ppt/slideLayouts/slideLayout63.xml" ContentType="application/vnd.openxmlformats-officedocument.presentationml.slideLayout+xml"/>
  <Override PartName="/ppt/slideLayouts/slideLayout81.xml" ContentType="application/vnd.openxmlformats-officedocument.presentationml.slideLayout+xml"/>
  <Override PartName="/ppt/slideLayouts/slideLayout92.xml" ContentType="application/vnd.openxmlformats-officedocument.presentationml.slideLayout+xml"/>
  <Override PartName="/ppt/slideLayouts/slideLayout105.xml" ContentType="application/vnd.openxmlformats-officedocument.presentationml.slideLayout+xml"/>
  <Override PartName="/ppt/slideLayouts/slideLayout134.xml" ContentType="application/vnd.openxmlformats-officedocument.presentationml.slideLayout+xml"/>
  <Override PartName="/ppt/slideLayouts/slideLayout152.xml" ContentType="application/vnd.openxmlformats-officedocument.presentationml.slideLayout+xml"/>
  <Override PartName="/ppt/diagrams/quickStyle1.xml" ContentType="application/vnd.openxmlformats-officedocument.drawingml.diagramStyle+xml"/>
  <Override PartName="/ppt/slides/slide13.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70.xml" ContentType="application/vnd.openxmlformats-officedocument.presentationml.slideLayout+xml"/>
  <Override PartName="/ppt/slideLayouts/slideLayout112.xml" ContentType="application/vnd.openxmlformats-officedocument.presentationml.slideLayout+xml"/>
  <Override PartName="/ppt/slideLayouts/slideLayout123.xml" ContentType="application/vnd.openxmlformats-officedocument.presentationml.slideLayout+xml"/>
  <Override PartName="/ppt/slideLayouts/slideLayout141.xml" ContentType="application/vnd.openxmlformats-officedocument.presentationml.slideLayout+xml"/>
  <Default Extension="wav" ContentType="audio/wav"/>
  <Override PartName="/ppt/slideLayouts/slideLayout170.xml" ContentType="application/vnd.openxmlformats-officedocument.presentationml.slideLayout+xml"/>
  <Override PartName="/ppt/slideMasters/slideMaster14.xml" ContentType="application/vnd.openxmlformats-officedocument.presentationml.slideMaster+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30.xml" ContentType="application/vnd.openxmlformats-officedocument.presentationml.slideLayout+xml"/>
  <Override PartName="/ppt/slideLayouts/slideLayout101.xml" ContentType="application/vnd.openxmlformats-officedocument.presentationml.slideLayout+xml"/>
  <Override PartName="/ppt/slideLayouts/slideLayout130.xml" ContentType="application/vnd.openxmlformats-officedocument.presentationml.slideLayout+xml"/>
  <Override PartName="/ppt/theme/theme17.xml" ContentType="application/vnd.openxmlformats-officedocument.theme+xml"/>
  <Override PartName="/ppt/notesSlides/notesSlide11.xml" ContentType="application/vnd.openxmlformats-officedocument.presentationml.notesSlide+xml"/>
  <Override PartName="/ppt/slideMasters/slideMaster7.xml" ContentType="application/vnd.openxmlformats-officedocument.presentationml.slideMaster+xml"/>
  <Override PartName="/ppt/slideMasters/slideMaster10.xml" ContentType="application/vnd.openxmlformats-officedocument.presentationml.slideMaster+xml"/>
  <Override PartName="/ppt/theme/theme9.xml" ContentType="application/vnd.openxmlformats-officedocument.theme+xml"/>
  <Override PartName="/ppt/theme/theme13.xml" ContentType="application/vnd.openxmlformats-officedocument.theme+xml"/>
  <Override PartName="/ppt/notesSlides/notesSlide6.xml" ContentType="application/vnd.openxmlformats-officedocument.presentationml.notesSlide+xml"/>
  <Override PartName="/ppt/slides/slide8.xml" ContentType="application/vnd.openxmlformats-officedocument.presentationml.slide+xml"/>
  <Override PartName="/ppt/slideLayouts/slideLayout68.xml" ContentType="application/vnd.openxmlformats-officedocument.presentationml.slideLayout+xml"/>
  <Override PartName="/ppt/slideLayouts/slideLayout79.xml" ContentType="application/vnd.openxmlformats-officedocument.presentationml.slideLayout+xml"/>
  <Override PartName="/ppt/slideLayouts/slideLayout97.xml" ContentType="application/vnd.openxmlformats-officedocument.presentationml.slideLayout+xml"/>
  <Override PartName="/ppt/slideLayouts/slideLayout139.xml" ContentType="application/vnd.openxmlformats-officedocument.presentationml.slideLayout+xml"/>
  <Override PartName="/ppt/slideLayouts/slideLayout168.xml" ContentType="application/vnd.openxmlformats-officedocument.presentationml.slideLayout+xml"/>
  <Override PartName="/ppt/diagrams/data1.xml" ContentType="application/vnd.openxmlformats-officedocument.drawingml.diagramData+xml"/>
  <Override PartName="/ppt/slides/slide29.xml" ContentType="application/vnd.openxmlformats-officedocument.presentationml.slide+xml"/>
  <Override PartName="/ppt/slideLayouts/slideLayout39.xml" ContentType="application/vnd.openxmlformats-officedocument.presentationml.slideLayout+xml"/>
  <Override PartName="/ppt/slideLayouts/slideLayout86.xml" ContentType="application/vnd.openxmlformats-officedocument.presentationml.slideLayout+xml"/>
  <Override PartName="/ppt/slideLayouts/slideLayout128.xml" ContentType="application/vnd.openxmlformats-officedocument.presentationml.slideLayout+xml"/>
  <Override PartName="/ppt/slideLayouts/slideLayout175.xml" ContentType="application/vnd.openxmlformats-officedocument.presentationml.slideLayout+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64.xml" ContentType="application/vnd.openxmlformats-officedocument.presentationml.slideLayout+xml"/>
  <Override PartName="/ppt/slideLayouts/slideLayout75.xml" ContentType="application/vnd.openxmlformats-officedocument.presentationml.slideLayout+xml"/>
  <Override PartName="/ppt/slideLayouts/slideLayout117.xml" ContentType="application/vnd.openxmlformats-officedocument.presentationml.slideLayout+xml"/>
  <Override PartName="/ppt/slideLayouts/slideLayout164.xml" ContentType="application/vnd.openxmlformats-officedocument.presentationml.slideLayout+xml"/>
  <Override PartName="/ppt/diagrams/quickStyle2.xml" ContentType="application/vnd.openxmlformats-officedocument.drawingml.diagramStyle+xml"/>
  <Override PartName="/ppt/theme/theme1.xml" ContentType="application/vnd.openxmlformats-officedocument.theme+xml"/>
  <Override PartName="/ppt/slideLayouts/slideLayout53.xml" ContentType="application/vnd.openxmlformats-officedocument.presentationml.slideLayout+xml"/>
  <Override PartName="/ppt/slideLayouts/slideLayout106.xml" ContentType="application/vnd.openxmlformats-officedocument.presentationml.slideLayout+xml"/>
  <Override PartName="/ppt/slideLayouts/slideLayout142.xml" ContentType="application/vnd.openxmlformats-officedocument.presentationml.slideLayout+xml"/>
  <Override PartName="/ppt/slideLayouts/slideLayout153.xml" ContentType="application/vnd.openxmlformats-officedocument.presentationml.slideLayout+xml"/>
  <Override PartName="/ppt/slides/slide32.xml" ContentType="application/vnd.openxmlformats-officedocument.presentationml.slide+xml"/>
  <Override PartName="/ppt/slideLayouts/slideLayout42.xml" ContentType="application/vnd.openxmlformats-officedocument.presentationml.slideLayout+xml"/>
  <Override PartName="/ppt/slideLayouts/slideLayout131.xml" ContentType="application/vnd.openxmlformats-officedocument.presentationml.slideLayout+xml"/>
  <Override PartName="/ppt/slideMasters/slideMaster15.xml" ContentType="application/vnd.openxmlformats-officedocument.presentationml.slideMaster+xml"/>
  <Override PartName="/ppt/slides/slide10.xml" ContentType="application/vnd.openxmlformats-officedocument.presentationml.slide+xml"/>
  <Override PartName="/ppt/slides/slide21.xml" ContentType="application/vnd.openxmlformats-officedocument.presentationml.slide+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120.xml" ContentType="application/vnd.openxmlformats-officedocument.presentationml.slideLayout+xml"/>
  <Override PartName="/ppt/theme/theme14.xml" ContentType="application/vnd.openxmlformats-officedocument.theme+xml"/>
  <Override PartName="/ppt/notesSlides/notesSlide12.xml" ContentType="application/vnd.openxmlformats-officedocument.presentationml.notesSlide+xml"/>
  <Override PartName="/ppt/slideMasters/slideMaster4.xml" ContentType="application/vnd.openxmlformats-officedocument.presentationml.slideMaster+xml"/>
  <Override PartName="/ppt/slides/slide9.xml" ContentType="application/vnd.openxmlformats-officedocument.presentationml.slide+xml"/>
  <Override PartName="/ppt/viewProps.xml" ContentType="application/vnd.openxmlformats-officedocument.presentationml.viewProps+xml"/>
  <Override PartName="/ppt/theme/theme6.xml" ContentType="application/vnd.openxmlformats-officedocument.theme+xml"/>
  <Override PartName="/ppt/slideLayouts/slideLayout69.xml" ContentType="application/vnd.openxmlformats-officedocument.presentationml.slideLayout+xml"/>
  <Override PartName="/ppt/slideLayouts/slideLayout158.xml" ContentType="application/vnd.openxmlformats-officedocument.presentationml.slideLayout+xml"/>
  <Override PartName="/ppt/slideLayouts/slideLayout169.xml" ContentType="application/vnd.openxmlformats-officedocument.presentationml.slideLayout+xml"/>
  <Override PartName="/ppt/slideLayouts/slideLayout58.xml" ContentType="application/vnd.openxmlformats-officedocument.presentationml.slideLayout+xml"/>
  <Override PartName="/ppt/slideLayouts/slideLayout147.xml" ContentType="application/vnd.openxmlformats-officedocument.presentationml.slideLayout+xml"/>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36.xml" ContentType="application/vnd.openxmlformats-officedocument.presentationml.slideLayout+xml"/>
  <Override PartName="/ppt/slideLayouts/slideLayout47.xml" ContentType="application/vnd.openxmlformats-officedocument.presentationml.slideLayout+xml"/>
  <Override PartName="/ppt/slideLayouts/slideLayout83.xml" ContentType="application/vnd.openxmlformats-officedocument.presentationml.slideLayout+xml"/>
  <Override PartName="/ppt/slideLayouts/slideLayout94.xml" ContentType="application/vnd.openxmlformats-officedocument.presentationml.slideLayout+xml"/>
  <Override PartName="/ppt/slideLayouts/slideLayout136.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72.xml" ContentType="application/vnd.openxmlformats-officedocument.presentationml.slideLayout+xml"/>
  <Override PartName="/ppt/slideLayouts/slideLayout114.xml" ContentType="application/vnd.openxmlformats-officedocument.presentationml.slideLayout+xml"/>
  <Override PartName="/ppt/slideLayouts/slideLayout125.xml" ContentType="application/vnd.openxmlformats-officedocument.presentationml.slideLayout+xml"/>
  <Override PartName="/ppt/slideLayouts/slideLayout161.xml" ContentType="application/vnd.openxmlformats-officedocument.presentationml.slideLayout+xml"/>
  <Override PartName="/ppt/slideLayouts/slideLayout172.xml" ContentType="application/vnd.openxmlformats-officedocument.presentationml.slideLayout+xml"/>
  <Override PartName="/ppt/slideLayouts/slideLayout14.xml" ContentType="application/vnd.openxmlformats-officedocument.presentationml.slideLayout+xml"/>
  <Override PartName="/ppt/slideLayouts/slideLayout61.xml" ContentType="application/vnd.openxmlformats-officedocument.presentationml.slideLayout+xml"/>
  <Override PartName="/ppt/slideLayouts/slideLayout103.xml" ContentType="application/vnd.openxmlformats-officedocument.presentationml.slideLayout+xml"/>
  <Override PartName="/ppt/slideLayouts/slideLayout150.xml" ContentType="application/vnd.openxmlformats-officedocument.presentationml.slideLayout+xml"/>
  <Override PartName="/ppt/theme/themeOverride2.xml" ContentType="application/vnd.openxmlformats-officedocument.themeOverride+xml"/>
  <Override PartName="/ppt/slideLayouts/slideLayout50.xml" ContentType="application/vnd.openxmlformats-officedocument.presentationml.slideLayout+xml"/>
  <Override PartName="/ppt/slideMasters/slideMaster9.xml" ContentType="application/vnd.openxmlformats-officedocument.presentationml.slideMaster+xml"/>
  <Override PartName="/ppt/slideMasters/slideMaster12.xml" ContentType="application/vnd.openxmlformats-officedocument.presentationml.slideMaster+xml"/>
  <Override PartName="/ppt/notesSlides/notesSlide8.xml" ContentType="application/vnd.openxmlformats-officedocument.presentationml.notesSlide+xml"/>
  <Override PartName="/ppt/diagrams/layout2.xml" ContentType="application/vnd.openxmlformats-officedocument.drawingml.diagramLayout+xml"/>
  <Override PartName="/ppt/slideLayouts/slideLayout99.xml" ContentType="application/vnd.openxmlformats-officedocument.presentationml.slideLayout+xml"/>
  <Override PartName="/ppt/handoutMasters/handoutMaster1.xml" ContentType="application/vnd.openxmlformats-officedocument.presentationml.handoutMaster+xml"/>
  <Override PartName="/ppt/slideLayouts/slideLayout88.xml" ContentType="application/vnd.openxmlformats-officedocument.presentationml.slideLayout+xml"/>
  <Override PartName="/ppt/theme/theme11.xml" ContentType="application/vnd.openxmlformats-officedocument.them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 id="2147483696" r:id="rId3"/>
    <p:sldMasterId id="2147483732" r:id="rId4"/>
    <p:sldMasterId id="2147483744" r:id="rId5"/>
    <p:sldMasterId id="2147483756" r:id="rId6"/>
    <p:sldMasterId id="2147483768" r:id="rId7"/>
    <p:sldMasterId id="2147483780" r:id="rId8"/>
    <p:sldMasterId id="2147483792" r:id="rId9"/>
    <p:sldMasterId id="2147483804" r:id="rId10"/>
    <p:sldMasterId id="2147483828" r:id="rId11"/>
    <p:sldMasterId id="2147483852" r:id="rId12"/>
    <p:sldMasterId id="2147483864" r:id="rId13"/>
    <p:sldMasterId id="2147483876" r:id="rId14"/>
    <p:sldMasterId id="2147483888" r:id="rId15"/>
    <p:sldMasterId id="2147483900" r:id="rId16"/>
  </p:sldMasterIdLst>
  <p:notesMasterIdLst>
    <p:notesMasterId r:id="rId55"/>
  </p:notesMasterIdLst>
  <p:handoutMasterIdLst>
    <p:handoutMasterId r:id="rId56"/>
  </p:handoutMasterIdLst>
  <p:sldIdLst>
    <p:sldId id="330" r:id="rId17"/>
    <p:sldId id="349" r:id="rId18"/>
    <p:sldId id="285" r:id="rId19"/>
    <p:sldId id="350" r:id="rId20"/>
    <p:sldId id="351" r:id="rId21"/>
    <p:sldId id="353" r:id="rId22"/>
    <p:sldId id="369" r:id="rId23"/>
    <p:sldId id="335" r:id="rId24"/>
    <p:sldId id="336" r:id="rId25"/>
    <p:sldId id="340" r:id="rId26"/>
    <p:sldId id="288" r:id="rId27"/>
    <p:sldId id="290" r:id="rId28"/>
    <p:sldId id="332" r:id="rId29"/>
    <p:sldId id="293" r:id="rId30"/>
    <p:sldId id="354" r:id="rId31"/>
    <p:sldId id="356" r:id="rId32"/>
    <p:sldId id="357" r:id="rId33"/>
    <p:sldId id="359" r:id="rId34"/>
    <p:sldId id="294" r:id="rId35"/>
    <p:sldId id="261" r:id="rId36"/>
    <p:sldId id="295" r:id="rId37"/>
    <p:sldId id="296" r:id="rId38"/>
    <p:sldId id="297" r:id="rId39"/>
    <p:sldId id="262" r:id="rId40"/>
    <p:sldId id="298" r:id="rId41"/>
    <p:sldId id="299" r:id="rId42"/>
    <p:sldId id="307" r:id="rId43"/>
    <p:sldId id="308" r:id="rId44"/>
    <p:sldId id="343" r:id="rId45"/>
    <p:sldId id="345" r:id="rId46"/>
    <p:sldId id="360" r:id="rId47"/>
    <p:sldId id="347" r:id="rId48"/>
    <p:sldId id="348" r:id="rId49"/>
    <p:sldId id="363" r:id="rId50"/>
    <p:sldId id="366" r:id="rId51"/>
    <p:sldId id="365" r:id="rId52"/>
    <p:sldId id="362" r:id="rId53"/>
    <p:sldId id="361" r:id="rId54"/>
  </p:sldIdLst>
  <p:sldSz cx="9144000" cy="6858000" type="screen4x3"/>
  <p:notesSz cx="68580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8027" autoAdjust="0"/>
    <p:restoredTop sz="94660"/>
  </p:normalViewPr>
  <p:slideViewPr>
    <p:cSldViewPr snapToGrid="0">
      <p:cViewPr>
        <p:scale>
          <a:sx n="72" d="100"/>
          <a:sy n="72" d="100"/>
        </p:scale>
        <p:origin x="-1140" y="-36"/>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2.xml"/><Relationship Id="rId26" Type="http://schemas.openxmlformats.org/officeDocument/2006/relationships/slide" Target="slides/slide10.xml"/><Relationship Id="rId39" Type="http://schemas.openxmlformats.org/officeDocument/2006/relationships/slide" Target="slides/slide23.xml"/><Relationship Id="rId21" Type="http://schemas.openxmlformats.org/officeDocument/2006/relationships/slide" Target="slides/slide5.xml"/><Relationship Id="rId34" Type="http://schemas.openxmlformats.org/officeDocument/2006/relationships/slide" Target="slides/slide18.xml"/><Relationship Id="rId42" Type="http://schemas.openxmlformats.org/officeDocument/2006/relationships/slide" Target="slides/slide26.xml"/><Relationship Id="rId47" Type="http://schemas.openxmlformats.org/officeDocument/2006/relationships/slide" Target="slides/slide31.xml"/><Relationship Id="rId50" Type="http://schemas.openxmlformats.org/officeDocument/2006/relationships/slide" Target="slides/slide34.xml"/><Relationship Id="rId55" Type="http://schemas.openxmlformats.org/officeDocument/2006/relationships/notesMaster" Target="notesMasters/notesMaster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1.xml"/><Relationship Id="rId25" Type="http://schemas.openxmlformats.org/officeDocument/2006/relationships/slide" Target="slides/slide9.xml"/><Relationship Id="rId33" Type="http://schemas.openxmlformats.org/officeDocument/2006/relationships/slide" Target="slides/slide17.xml"/><Relationship Id="rId38" Type="http://schemas.openxmlformats.org/officeDocument/2006/relationships/slide" Target="slides/slide22.xml"/><Relationship Id="rId46" Type="http://schemas.openxmlformats.org/officeDocument/2006/relationships/slide" Target="slides/slide30.xml"/><Relationship Id="rId59"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 Target="slides/slide4.xml"/><Relationship Id="rId29" Type="http://schemas.openxmlformats.org/officeDocument/2006/relationships/slide" Target="slides/slide13.xml"/><Relationship Id="rId41" Type="http://schemas.openxmlformats.org/officeDocument/2006/relationships/slide" Target="slides/slide25.xml"/><Relationship Id="rId54"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8.xml"/><Relationship Id="rId32" Type="http://schemas.openxmlformats.org/officeDocument/2006/relationships/slide" Target="slides/slide16.xml"/><Relationship Id="rId37" Type="http://schemas.openxmlformats.org/officeDocument/2006/relationships/slide" Target="slides/slide21.xml"/><Relationship Id="rId40" Type="http://schemas.openxmlformats.org/officeDocument/2006/relationships/slide" Target="slides/slide24.xml"/><Relationship Id="rId45" Type="http://schemas.openxmlformats.org/officeDocument/2006/relationships/slide" Target="slides/slide29.xml"/><Relationship Id="rId53" Type="http://schemas.openxmlformats.org/officeDocument/2006/relationships/slide" Target="slides/slide37.xml"/><Relationship Id="rId58"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7.xml"/><Relationship Id="rId28" Type="http://schemas.openxmlformats.org/officeDocument/2006/relationships/slide" Target="slides/slide12.xml"/><Relationship Id="rId36" Type="http://schemas.openxmlformats.org/officeDocument/2006/relationships/slide" Target="slides/slide20.xml"/><Relationship Id="rId49" Type="http://schemas.openxmlformats.org/officeDocument/2006/relationships/slide" Target="slides/slide33.xml"/><Relationship Id="rId57" Type="http://schemas.openxmlformats.org/officeDocument/2006/relationships/presProps" Target="presProps.xml"/><Relationship Id="rId10" Type="http://schemas.openxmlformats.org/officeDocument/2006/relationships/slideMaster" Target="slideMasters/slideMaster10.xml"/><Relationship Id="rId19" Type="http://schemas.openxmlformats.org/officeDocument/2006/relationships/slide" Target="slides/slide3.xml"/><Relationship Id="rId31" Type="http://schemas.openxmlformats.org/officeDocument/2006/relationships/slide" Target="slides/slide15.xml"/><Relationship Id="rId44" Type="http://schemas.openxmlformats.org/officeDocument/2006/relationships/slide" Target="slides/slide28.xml"/><Relationship Id="rId52" Type="http://schemas.openxmlformats.org/officeDocument/2006/relationships/slide" Target="slides/slide36.xml"/><Relationship Id="rId60"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6.xml"/><Relationship Id="rId27" Type="http://schemas.openxmlformats.org/officeDocument/2006/relationships/slide" Target="slides/slide11.xml"/><Relationship Id="rId30" Type="http://schemas.openxmlformats.org/officeDocument/2006/relationships/slide" Target="slides/slide14.xml"/><Relationship Id="rId35" Type="http://schemas.openxmlformats.org/officeDocument/2006/relationships/slide" Target="slides/slide19.xml"/><Relationship Id="rId43" Type="http://schemas.openxmlformats.org/officeDocument/2006/relationships/slide" Target="slides/slide27.xml"/><Relationship Id="rId48" Type="http://schemas.openxmlformats.org/officeDocument/2006/relationships/slide" Target="slides/slide32.xml"/><Relationship Id="rId56" Type="http://schemas.openxmlformats.org/officeDocument/2006/relationships/handoutMaster" Target="handoutMasters/handoutMaster1.xml"/><Relationship Id="rId8" Type="http://schemas.openxmlformats.org/officeDocument/2006/relationships/slideMaster" Target="slideMasters/slideMaster8.xml"/><Relationship Id="rId51" Type="http://schemas.openxmlformats.org/officeDocument/2006/relationships/slide" Target="slides/slide35.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600E0F-73DB-4A17-84C0-B816C5715A6E}"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en-US"/>
        </a:p>
      </dgm:t>
    </dgm:pt>
    <dgm:pt modelId="{200A4809-D305-4FE6-AC66-E7DEDB7B701D}">
      <dgm:prSet phldrT="[Text]" custT="1"/>
      <dgm:spPr/>
      <dgm:t>
        <a:bodyPr/>
        <a:lstStyle/>
        <a:p>
          <a:r>
            <a:rPr lang="en-US" sz="2800" b="1" dirty="0" smtClean="0">
              <a:solidFill>
                <a:schemeClr val="accent2"/>
              </a:solidFill>
            </a:rPr>
            <a:t>PSYCHOLOGICAL DISORDERS AND TREATMENT TECHNIQUES</a:t>
          </a:r>
          <a:endParaRPr lang="en-US" sz="2800" b="1" dirty="0">
            <a:solidFill>
              <a:schemeClr val="accent2"/>
            </a:solidFill>
          </a:endParaRPr>
        </a:p>
      </dgm:t>
    </dgm:pt>
    <dgm:pt modelId="{7BF32D8F-9BFA-485B-99D9-AC33225502F0}" type="parTrans" cxnId="{B9342428-95A7-43E0-888B-004BC26506BC}">
      <dgm:prSet/>
      <dgm:spPr/>
      <dgm:t>
        <a:bodyPr/>
        <a:lstStyle/>
        <a:p>
          <a:endParaRPr lang="en-US"/>
        </a:p>
      </dgm:t>
    </dgm:pt>
    <dgm:pt modelId="{2632EB8B-8073-4EDB-8E95-117E840F3994}" type="sibTrans" cxnId="{B9342428-95A7-43E0-888B-004BC26506BC}">
      <dgm:prSet/>
      <dgm:spPr/>
      <dgm:t>
        <a:bodyPr/>
        <a:lstStyle/>
        <a:p>
          <a:endParaRPr lang="en-US"/>
        </a:p>
      </dgm:t>
    </dgm:pt>
    <dgm:pt modelId="{28FC41C4-8764-49BE-AA09-E6FBABEBA2B9}">
      <dgm:prSet phldrT="[Text]" custT="1"/>
      <dgm:spPr/>
      <dgm:t>
        <a:bodyPr/>
        <a:lstStyle/>
        <a:p>
          <a:r>
            <a:rPr lang="en-US" sz="2800" dirty="0" smtClean="0"/>
            <a:t>7.1 NATURE AND CRITERIA OF PSYCHOLOGICAL DISORDERS</a:t>
          </a:r>
          <a:endParaRPr lang="en-US" sz="2800" dirty="0"/>
        </a:p>
      </dgm:t>
    </dgm:pt>
    <dgm:pt modelId="{6E67C85F-E35C-44E0-9842-6598C88F966E}" type="parTrans" cxnId="{7ABAD63D-D065-4E16-8970-419433C6A29A}">
      <dgm:prSet/>
      <dgm:spPr/>
      <dgm:t>
        <a:bodyPr/>
        <a:lstStyle/>
        <a:p>
          <a:endParaRPr lang="en-US"/>
        </a:p>
      </dgm:t>
    </dgm:pt>
    <dgm:pt modelId="{003F84C3-733D-4954-973D-201A290B815F}" type="sibTrans" cxnId="{7ABAD63D-D065-4E16-8970-419433C6A29A}">
      <dgm:prSet/>
      <dgm:spPr/>
      <dgm:t>
        <a:bodyPr/>
        <a:lstStyle/>
        <a:p>
          <a:endParaRPr lang="en-US"/>
        </a:p>
      </dgm:t>
    </dgm:pt>
    <dgm:pt modelId="{41EC483E-74A2-48E5-B827-2A3935D5043E}">
      <dgm:prSet phldrT="[Text]" custT="1"/>
      <dgm:spPr/>
      <dgm:t>
        <a:bodyPr/>
        <a:lstStyle/>
        <a:p>
          <a:r>
            <a:rPr lang="en-US" sz="2800" dirty="0" smtClean="0"/>
            <a:t>7.2 CAUSES OF PSYCHOLOGICAL DISORDERS</a:t>
          </a:r>
          <a:endParaRPr lang="en-US" sz="2800" dirty="0"/>
        </a:p>
      </dgm:t>
    </dgm:pt>
    <dgm:pt modelId="{3F5537C3-7491-4FC0-98E0-0D14964D38A2}" type="parTrans" cxnId="{C2DEF02E-2A43-4E4E-A162-20AFF3295E06}">
      <dgm:prSet/>
      <dgm:spPr/>
      <dgm:t>
        <a:bodyPr/>
        <a:lstStyle/>
        <a:p>
          <a:endParaRPr lang="en-US"/>
        </a:p>
      </dgm:t>
    </dgm:pt>
    <dgm:pt modelId="{539C8690-8152-4B34-8A48-0880598BB63D}" type="sibTrans" cxnId="{C2DEF02E-2A43-4E4E-A162-20AFF3295E06}">
      <dgm:prSet/>
      <dgm:spPr/>
      <dgm:t>
        <a:bodyPr/>
        <a:lstStyle/>
        <a:p>
          <a:endParaRPr lang="en-US"/>
        </a:p>
      </dgm:t>
    </dgm:pt>
    <dgm:pt modelId="{34846488-C8C3-4875-B8B1-F50C57AE73C8}">
      <dgm:prSet phldrT="[Text]" custT="1"/>
      <dgm:spPr/>
      <dgm:t>
        <a:bodyPr/>
        <a:lstStyle/>
        <a:p>
          <a:r>
            <a:rPr lang="en-US" sz="2800" smtClean="0"/>
            <a:t>7.4 TREATMENT </a:t>
          </a:r>
          <a:r>
            <a:rPr lang="en-US" sz="2800" dirty="0" smtClean="0"/>
            <a:t>TECHNIQUES </a:t>
          </a:r>
          <a:endParaRPr lang="en-US" sz="2800" dirty="0"/>
        </a:p>
      </dgm:t>
    </dgm:pt>
    <dgm:pt modelId="{7EB061B1-8158-49FE-A5F2-EF74FA2CB3EB}" type="parTrans" cxnId="{4C115D9B-7A20-4B6B-8BD5-2F48AB82BBBC}">
      <dgm:prSet/>
      <dgm:spPr/>
      <dgm:t>
        <a:bodyPr/>
        <a:lstStyle/>
        <a:p>
          <a:endParaRPr lang="en-US"/>
        </a:p>
      </dgm:t>
    </dgm:pt>
    <dgm:pt modelId="{DDA5B8C3-84BE-4C12-8CC6-11434218B99C}" type="sibTrans" cxnId="{4C115D9B-7A20-4B6B-8BD5-2F48AB82BBBC}">
      <dgm:prSet/>
      <dgm:spPr/>
      <dgm:t>
        <a:bodyPr/>
        <a:lstStyle/>
        <a:p>
          <a:endParaRPr lang="en-US"/>
        </a:p>
      </dgm:t>
    </dgm:pt>
    <dgm:pt modelId="{F2865E3D-24B8-4655-828C-DE2E2729E528}">
      <dgm:prSet phldrT="[Text]" custT="1"/>
      <dgm:spPr/>
      <dgm:t>
        <a:bodyPr/>
        <a:lstStyle/>
        <a:p>
          <a:endParaRPr lang="en-US" dirty="0"/>
        </a:p>
      </dgm:t>
    </dgm:pt>
    <dgm:pt modelId="{964A63B8-38D2-4D3D-BA10-227E1B2CCDB1}" type="parTrans" cxnId="{A9E6F919-6574-4819-A5F5-393EF1766317}">
      <dgm:prSet/>
      <dgm:spPr/>
      <dgm:t>
        <a:bodyPr/>
        <a:lstStyle/>
        <a:p>
          <a:endParaRPr lang="en-US"/>
        </a:p>
      </dgm:t>
    </dgm:pt>
    <dgm:pt modelId="{00B26B8B-F83F-4095-B910-F9F5723CEF01}" type="sibTrans" cxnId="{A9E6F919-6574-4819-A5F5-393EF1766317}">
      <dgm:prSet/>
      <dgm:spPr/>
      <dgm:t>
        <a:bodyPr/>
        <a:lstStyle/>
        <a:p>
          <a:endParaRPr lang="en-US"/>
        </a:p>
      </dgm:t>
    </dgm:pt>
    <dgm:pt modelId="{1C0960D7-FC89-4E1D-A1CD-3768148B859D}">
      <dgm:prSet custT="1"/>
      <dgm:spPr/>
      <dgm:t>
        <a:bodyPr/>
        <a:lstStyle/>
        <a:p>
          <a:r>
            <a:rPr lang="en-US" sz="2800" dirty="0" smtClean="0"/>
            <a:t>7.3 TYPES OF PSYCHOLOGICAL DISORDERS</a:t>
          </a:r>
          <a:endParaRPr lang="en-US" sz="2800" b="1" dirty="0">
            <a:solidFill>
              <a:srgbClr val="FF0000"/>
            </a:solidFill>
          </a:endParaRPr>
        </a:p>
      </dgm:t>
    </dgm:pt>
    <dgm:pt modelId="{71F40319-3495-4EC0-BFC1-3E5340C4D53D}" type="parTrans" cxnId="{FC58CC6D-944B-4B19-A5C6-36C90C670ABA}">
      <dgm:prSet/>
      <dgm:spPr/>
      <dgm:t>
        <a:bodyPr/>
        <a:lstStyle/>
        <a:p>
          <a:endParaRPr lang="en-US"/>
        </a:p>
      </dgm:t>
    </dgm:pt>
    <dgm:pt modelId="{E9D6B7FA-1DE1-4C69-8BA7-2CB6323DD467}" type="sibTrans" cxnId="{FC58CC6D-944B-4B19-A5C6-36C90C670ABA}">
      <dgm:prSet/>
      <dgm:spPr/>
      <dgm:t>
        <a:bodyPr/>
        <a:lstStyle/>
        <a:p>
          <a:endParaRPr lang="en-US"/>
        </a:p>
      </dgm:t>
    </dgm:pt>
    <dgm:pt modelId="{8A10F717-E85E-4D22-9AA3-E18687C53B09}" type="pres">
      <dgm:prSet presAssocID="{26600E0F-73DB-4A17-84C0-B816C5715A6E}" presName="diagram" presStyleCnt="0">
        <dgm:presLayoutVars>
          <dgm:chMax val="1"/>
          <dgm:dir/>
          <dgm:animLvl val="ctr"/>
          <dgm:resizeHandles val="exact"/>
        </dgm:presLayoutVars>
      </dgm:prSet>
      <dgm:spPr/>
      <dgm:t>
        <a:bodyPr/>
        <a:lstStyle/>
        <a:p>
          <a:endParaRPr lang="en-US"/>
        </a:p>
      </dgm:t>
    </dgm:pt>
    <dgm:pt modelId="{9B6D0CB5-8AF6-4FEC-8C77-1BE78C6651AC}" type="pres">
      <dgm:prSet presAssocID="{26600E0F-73DB-4A17-84C0-B816C5715A6E}" presName="matrix" presStyleCnt="0"/>
      <dgm:spPr/>
    </dgm:pt>
    <dgm:pt modelId="{3A6EC709-EDF4-4FBC-9249-592DA8365485}" type="pres">
      <dgm:prSet presAssocID="{26600E0F-73DB-4A17-84C0-B816C5715A6E}" presName="tile1" presStyleLbl="node1" presStyleIdx="0" presStyleCnt="4" custScaleY="86187"/>
      <dgm:spPr/>
      <dgm:t>
        <a:bodyPr/>
        <a:lstStyle/>
        <a:p>
          <a:endParaRPr lang="en-US"/>
        </a:p>
      </dgm:t>
    </dgm:pt>
    <dgm:pt modelId="{5E24F3C3-AED3-4C49-80A5-588814B38C6E}" type="pres">
      <dgm:prSet presAssocID="{26600E0F-73DB-4A17-84C0-B816C5715A6E}" presName="tile1text" presStyleLbl="node1" presStyleIdx="0" presStyleCnt="4">
        <dgm:presLayoutVars>
          <dgm:chMax val="0"/>
          <dgm:chPref val="0"/>
          <dgm:bulletEnabled val="1"/>
        </dgm:presLayoutVars>
      </dgm:prSet>
      <dgm:spPr/>
      <dgm:t>
        <a:bodyPr/>
        <a:lstStyle/>
        <a:p>
          <a:endParaRPr lang="en-US"/>
        </a:p>
      </dgm:t>
    </dgm:pt>
    <dgm:pt modelId="{47F92B6C-2C1D-4749-84F5-D4D7EFD7ECB0}" type="pres">
      <dgm:prSet presAssocID="{26600E0F-73DB-4A17-84C0-B816C5715A6E}" presName="tile2" presStyleLbl="node1" presStyleIdx="1" presStyleCnt="4" custScaleY="85000" custLinFactNeighborY="-1250"/>
      <dgm:spPr/>
      <dgm:t>
        <a:bodyPr/>
        <a:lstStyle/>
        <a:p>
          <a:endParaRPr lang="en-US"/>
        </a:p>
      </dgm:t>
    </dgm:pt>
    <dgm:pt modelId="{41A36E25-202E-4471-9EB0-3125969DC175}" type="pres">
      <dgm:prSet presAssocID="{26600E0F-73DB-4A17-84C0-B816C5715A6E}" presName="tile2text" presStyleLbl="node1" presStyleIdx="1" presStyleCnt="4">
        <dgm:presLayoutVars>
          <dgm:chMax val="0"/>
          <dgm:chPref val="0"/>
          <dgm:bulletEnabled val="1"/>
        </dgm:presLayoutVars>
      </dgm:prSet>
      <dgm:spPr/>
      <dgm:t>
        <a:bodyPr/>
        <a:lstStyle/>
        <a:p>
          <a:endParaRPr lang="en-US"/>
        </a:p>
      </dgm:t>
    </dgm:pt>
    <dgm:pt modelId="{20A416FD-B21F-4B54-A804-7668CB6D5EA8}" type="pres">
      <dgm:prSet presAssocID="{26600E0F-73DB-4A17-84C0-B816C5715A6E}" presName="tile3" presStyleLbl="node1" presStyleIdx="2" presStyleCnt="4" custScaleY="70000"/>
      <dgm:spPr/>
      <dgm:t>
        <a:bodyPr/>
        <a:lstStyle/>
        <a:p>
          <a:endParaRPr lang="en-US"/>
        </a:p>
      </dgm:t>
    </dgm:pt>
    <dgm:pt modelId="{A5240DF9-4A9B-4B0F-8907-309B8EA359A7}" type="pres">
      <dgm:prSet presAssocID="{26600E0F-73DB-4A17-84C0-B816C5715A6E}" presName="tile3text" presStyleLbl="node1" presStyleIdx="2" presStyleCnt="4">
        <dgm:presLayoutVars>
          <dgm:chMax val="0"/>
          <dgm:chPref val="0"/>
          <dgm:bulletEnabled val="1"/>
        </dgm:presLayoutVars>
      </dgm:prSet>
      <dgm:spPr/>
      <dgm:t>
        <a:bodyPr/>
        <a:lstStyle/>
        <a:p>
          <a:endParaRPr lang="en-US"/>
        </a:p>
      </dgm:t>
    </dgm:pt>
    <dgm:pt modelId="{2316AE96-2372-4371-8FCE-7B6BA608F308}" type="pres">
      <dgm:prSet presAssocID="{26600E0F-73DB-4A17-84C0-B816C5715A6E}" presName="tile4" presStyleLbl="node1" presStyleIdx="3" presStyleCnt="4" custScaleX="101905" custScaleY="70285"/>
      <dgm:spPr/>
      <dgm:t>
        <a:bodyPr/>
        <a:lstStyle/>
        <a:p>
          <a:endParaRPr lang="en-US"/>
        </a:p>
      </dgm:t>
    </dgm:pt>
    <dgm:pt modelId="{A666537E-02BC-4E0C-AC09-57769C4E8399}" type="pres">
      <dgm:prSet presAssocID="{26600E0F-73DB-4A17-84C0-B816C5715A6E}" presName="tile4text" presStyleLbl="node1" presStyleIdx="3" presStyleCnt="4">
        <dgm:presLayoutVars>
          <dgm:chMax val="0"/>
          <dgm:chPref val="0"/>
          <dgm:bulletEnabled val="1"/>
        </dgm:presLayoutVars>
      </dgm:prSet>
      <dgm:spPr/>
      <dgm:t>
        <a:bodyPr/>
        <a:lstStyle/>
        <a:p>
          <a:endParaRPr lang="en-US"/>
        </a:p>
      </dgm:t>
    </dgm:pt>
    <dgm:pt modelId="{AF9A7700-A836-4463-8F56-1BC557FA4CF5}" type="pres">
      <dgm:prSet presAssocID="{26600E0F-73DB-4A17-84C0-B816C5715A6E}" presName="centerTile" presStyleLbl="fgShp" presStyleIdx="0" presStyleCnt="1" custScaleX="161905" custScaleY="133333">
        <dgm:presLayoutVars>
          <dgm:chMax val="0"/>
          <dgm:chPref val="0"/>
        </dgm:presLayoutVars>
      </dgm:prSet>
      <dgm:spPr/>
      <dgm:t>
        <a:bodyPr/>
        <a:lstStyle/>
        <a:p>
          <a:endParaRPr lang="en-US"/>
        </a:p>
      </dgm:t>
    </dgm:pt>
  </dgm:ptLst>
  <dgm:cxnLst>
    <dgm:cxn modelId="{5F9768B2-A9BB-4FD0-9546-EA901F86C89E}" type="presOf" srcId="{41EC483E-74A2-48E5-B827-2A3935D5043E}" destId="{47F92B6C-2C1D-4749-84F5-D4D7EFD7ECB0}" srcOrd="0" destOrd="0" presId="urn:microsoft.com/office/officeart/2005/8/layout/matrix1"/>
    <dgm:cxn modelId="{23362360-7CEA-4F41-BE68-857F20B4719B}" type="presOf" srcId="{1C0960D7-FC89-4E1D-A1CD-3768148B859D}" destId="{A5240DF9-4A9B-4B0F-8907-309B8EA359A7}" srcOrd="1" destOrd="0" presId="urn:microsoft.com/office/officeart/2005/8/layout/matrix1"/>
    <dgm:cxn modelId="{A9E6F919-6574-4819-A5F5-393EF1766317}" srcId="{200A4809-D305-4FE6-AC66-E7DEDB7B701D}" destId="{F2865E3D-24B8-4655-828C-DE2E2729E528}" srcOrd="4" destOrd="0" parTransId="{964A63B8-38D2-4D3D-BA10-227E1B2CCDB1}" sibTransId="{00B26B8B-F83F-4095-B910-F9F5723CEF01}"/>
    <dgm:cxn modelId="{7B966C56-57B3-4FDC-9640-40E99FB70A59}" type="presOf" srcId="{26600E0F-73DB-4A17-84C0-B816C5715A6E}" destId="{8A10F717-E85E-4D22-9AA3-E18687C53B09}" srcOrd="0" destOrd="0" presId="urn:microsoft.com/office/officeart/2005/8/layout/matrix1"/>
    <dgm:cxn modelId="{FAAC5E8A-C96C-44F1-ADCC-A25E3FC83DF9}" type="presOf" srcId="{200A4809-D305-4FE6-AC66-E7DEDB7B701D}" destId="{AF9A7700-A836-4463-8F56-1BC557FA4CF5}" srcOrd="0" destOrd="0" presId="urn:microsoft.com/office/officeart/2005/8/layout/matrix1"/>
    <dgm:cxn modelId="{B81EF543-2BCA-44E4-8211-B08F66DA1D13}" type="presOf" srcId="{28FC41C4-8764-49BE-AA09-E6FBABEBA2B9}" destId="{5E24F3C3-AED3-4C49-80A5-588814B38C6E}" srcOrd="1" destOrd="0" presId="urn:microsoft.com/office/officeart/2005/8/layout/matrix1"/>
    <dgm:cxn modelId="{FC58CC6D-944B-4B19-A5C6-36C90C670ABA}" srcId="{200A4809-D305-4FE6-AC66-E7DEDB7B701D}" destId="{1C0960D7-FC89-4E1D-A1CD-3768148B859D}" srcOrd="2" destOrd="0" parTransId="{71F40319-3495-4EC0-BFC1-3E5340C4D53D}" sibTransId="{E9D6B7FA-1DE1-4C69-8BA7-2CB6323DD467}"/>
    <dgm:cxn modelId="{15F515E3-1DAE-4186-87FF-BB70C459FF41}" type="presOf" srcId="{34846488-C8C3-4875-B8B1-F50C57AE73C8}" destId="{2316AE96-2372-4371-8FCE-7B6BA608F308}" srcOrd="0" destOrd="0" presId="urn:microsoft.com/office/officeart/2005/8/layout/matrix1"/>
    <dgm:cxn modelId="{ADC0E456-FD24-42A5-87F0-D4348B7921C1}" type="presOf" srcId="{41EC483E-74A2-48E5-B827-2A3935D5043E}" destId="{41A36E25-202E-4471-9EB0-3125969DC175}" srcOrd="1" destOrd="0" presId="urn:microsoft.com/office/officeart/2005/8/layout/matrix1"/>
    <dgm:cxn modelId="{4C115D9B-7A20-4B6B-8BD5-2F48AB82BBBC}" srcId="{200A4809-D305-4FE6-AC66-E7DEDB7B701D}" destId="{34846488-C8C3-4875-B8B1-F50C57AE73C8}" srcOrd="3" destOrd="0" parTransId="{7EB061B1-8158-49FE-A5F2-EF74FA2CB3EB}" sibTransId="{DDA5B8C3-84BE-4C12-8CC6-11434218B99C}"/>
    <dgm:cxn modelId="{B9342428-95A7-43E0-888B-004BC26506BC}" srcId="{26600E0F-73DB-4A17-84C0-B816C5715A6E}" destId="{200A4809-D305-4FE6-AC66-E7DEDB7B701D}" srcOrd="0" destOrd="0" parTransId="{7BF32D8F-9BFA-485B-99D9-AC33225502F0}" sibTransId="{2632EB8B-8073-4EDB-8E95-117E840F3994}"/>
    <dgm:cxn modelId="{F7CC7F76-CD5B-4C1C-8270-D0798BBD4910}" type="presOf" srcId="{28FC41C4-8764-49BE-AA09-E6FBABEBA2B9}" destId="{3A6EC709-EDF4-4FBC-9249-592DA8365485}" srcOrd="0" destOrd="0" presId="urn:microsoft.com/office/officeart/2005/8/layout/matrix1"/>
    <dgm:cxn modelId="{F90E8C8A-5FBC-465B-A5B3-7710B64ADB0C}" type="presOf" srcId="{34846488-C8C3-4875-B8B1-F50C57AE73C8}" destId="{A666537E-02BC-4E0C-AC09-57769C4E8399}" srcOrd="1" destOrd="0" presId="urn:microsoft.com/office/officeart/2005/8/layout/matrix1"/>
    <dgm:cxn modelId="{C2DEF02E-2A43-4E4E-A162-20AFF3295E06}" srcId="{200A4809-D305-4FE6-AC66-E7DEDB7B701D}" destId="{41EC483E-74A2-48E5-B827-2A3935D5043E}" srcOrd="1" destOrd="0" parTransId="{3F5537C3-7491-4FC0-98E0-0D14964D38A2}" sibTransId="{539C8690-8152-4B34-8A48-0880598BB63D}"/>
    <dgm:cxn modelId="{87E9D57B-00A8-486D-9E82-2584C170D3E3}" type="presOf" srcId="{1C0960D7-FC89-4E1D-A1CD-3768148B859D}" destId="{20A416FD-B21F-4B54-A804-7668CB6D5EA8}" srcOrd="0" destOrd="0" presId="urn:microsoft.com/office/officeart/2005/8/layout/matrix1"/>
    <dgm:cxn modelId="{7ABAD63D-D065-4E16-8970-419433C6A29A}" srcId="{200A4809-D305-4FE6-AC66-E7DEDB7B701D}" destId="{28FC41C4-8764-49BE-AA09-E6FBABEBA2B9}" srcOrd="0" destOrd="0" parTransId="{6E67C85F-E35C-44E0-9842-6598C88F966E}" sibTransId="{003F84C3-733D-4954-973D-201A290B815F}"/>
    <dgm:cxn modelId="{4EB02DDA-0B22-436A-9E88-11C896B71E7A}" type="presParOf" srcId="{8A10F717-E85E-4D22-9AA3-E18687C53B09}" destId="{9B6D0CB5-8AF6-4FEC-8C77-1BE78C6651AC}" srcOrd="0" destOrd="0" presId="urn:microsoft.com/office/officeart/2005/8/layout/matrix1"/>
    <dgm:cxn modelId="{AEAAD17F-FB23-4305-B128-0A510FDEC264}" type="presParOf" srcId="{9B6D0CB5-8AF6-4FEC-8C77-1BE78C6651AC}" destId="{3A6EC709-EDF4-4FBC-9249-592DA8365485}" srcOrd="0" destOrd="0" presId="urn:microsoft.com/office/officeart/2005/8/layout/matrix1"/>
    <dgm:cxn modelId="{CCD629CB-F251-4A74-8103-C1D84F2FA669}" type="presParOf" srcId="{9B6D0CB5-8AF6-4FEC-8C77-1BE78C6651AC}" destId="{5E24F3C3-AED3-4C49-80A5-588814B38C6E}" srcOrd="1" destOrd="0" presId="urn:microsoft.com/office/officeart/2005/8/layout/matrix1"/>
    <dgm:cxn modelId="{4E10FAB4-9896-4A7C-99D0-0C775AD44781}" type="presParOf" srcId="{9B6D0CB5-8AF6-4FEC-8C77-1BE78C6651AC}" destId="{47F92B6C-2C1D-4749-84F5-D4D7EFD7ECB0}" srcOrd="2" destOrd="0" presId="urn:microsoft.com/office/officeart/2005/8/layout/matrix1"/>
    <dgm:cxn modelId="{591F66A7-F8D3-4545-991C-6EC81FF16388}" type="presParOf" srcId="{9B6D0CB5-8AF6-4FEC-8C77-1BE78C6651AC}" destId="{41A36E25-202E-4471-9EB0-3125969DC175}" srcOrd="3" destOrd="0" presId="urn:microsoft.com/office/officeart/2005/8/layout/matrix1"/>
    <dgm:cxn modelId="{6AE20CC9-DF16-4439-9209-6606390E4CC3}" type="presParOf" srcId="{9B6D0CB5-8AF6-4FEC-8C77-1BE78C6651AC}" destId="{20A416FD-B21F-4B54-A804-7668CB6D5EA8}" srcOrd="4" destOrd="0" presId="urn:microsoft.com/office/officeart/2005/8/layout/matrix1"/>
    <dgm:cxn modelId="{78705059-A967-4527-9344-9992D6CEF9BE}" type="presParOf" srcId="{9B6D0CB5-8AF6-4FEC-8C77-1BE78C6651AC}" destId="{A5240DF9-4A9B-4B0F-8907-309B8EA359A7}" srcOrd="5" destOrd="0" presId="urn:microsoft.com/office/officeart/2005/8/layout/matrix1"/>
    <dgm:cxn modelId="{CE21CCA7-A788-4275-9697-510767C62F2D}" type="presParOf" srcId="{9B6D0CB5-8AF6-4FEC-8C77-1BE78C6651AC}" destId="{2316AE96-2372-4371-8FCE-7B6BA608F308}" srcOrd="6" destOrd="0" presId="urn:microsoft.com/office/officeart/2005/8/layout/matrix1"/>
    <dgm:cxn modelId="{F0130B4D-0F53-43FF-BAE8-FD987F4E6AD2}" type="presParOf" srcId="{9B6D0CB5-8AF6-4FEC-8C77-1BE78C6651AC}" destId="{A666537E-02BC-4E0C-AC09-57769C4E8399}" srcOrd="7" destOrd="0" presId="urn:microsoft.com/office/officeart/2005/8/layout/matrix1"/>
    <dgm:cxn modelId="{0EC29573-989C-43C3-99F1-56F79867DA74}" type="presParOf" srcId="{8A10F717-E85E-4D22-9AA3-E18687C53B09}" destId="{AF9A7700-A836-4463-8F56-1BC557FA4CF5}" srcOrd="1" destOrd="0" presId="urn:microsoft.com/office/officeart/2005/8/layout/matrix1"/>
  </dgm:cxnLst>
  <dgm:bg/>
  <dgm:whole/>
</dgm:dataModel>
</file>

<file path=ppt/diagrams/data2.xml><?xml version="1.0" encoding="utf-8"?>
<dgm:dataModel xmlns:dgm="http://schemas.openxmlformats.org/drawingml/2006/diagram" xmlns:a="http://schemas.openxmlformats.org/drawingml/2006/main">
  <dgm:ptLst>
    <dgm:pt modelId="{49118BE6-B42F-40E7-A497-A9FDBC061BBA}" type="doc">
      <dgm:prSet loTypeId="urn:microsoft.com/office/officeart/2005/8/layout/radial2" loCatId="relationship" qsTypeId="urn:microsoft.com/office/officeart/2005/8/quickstyle/simple1" qsCatId="simple" csTypeId="urn:microsoft.com/office/officeart/2005/8/colors/accent1_2" csCatId="accent1" phldr="1"/>
      <dgm:spPr/>
      <dgm:t>
        <a:bodyPr/>
        <a:lstStyle/>
        <a:p>
          <a:endParaRPr lang="en-US"/>
        </a:p>
      </dgm:t>
    </dgm:pt>
    <dgm:pt modelId="{A2D2E9B7-8ECC-4ED8-8E7F-BC99546E5AC4}">
      <dgm:prSet custT="1"/>
      <dgm:spPr/>
      <dgm:t>
        <a:bodyPr/>
        <a:lstStyle/>
        <a:p>
          <a:pPr rtl="0"/>
          <a:r>
            <a:rPr lang="en-US" sz="6600" b="1" dirty="0" smtClean="0">
              <a:solidFill>
                <a:srgbClr val="FFFF00"/>
              </a:solidFill>
              <a:latin typeface="Aharoni" pitchFamily="2" charset="-79"/>
              <a:cs typeface="Aharoni" pitchFamily="2" charset="-79"/>
            </a:rPr>
            <a:t>Thank you !!</a:t>
          </a:r>
          <a:endParaRPr lang="en-US" sz="6600" b="1" dirty="0">
            <a:solidFill>
              <a:srgbClr val="FFFF00"/>
            </a:solidFill>
            <a:latin typeface="Aharoni" pitchFamily="2" charset="-79"/>
            <a:cs typeface="Aharoni" pitchFamily="2" charset="-79"/>
          </a:endParaRPr>
        </a:p>
      </dgm:t>
    </dgm:pt>
    <dgm:pt modelId="{5CBA8327-2738-40D2-B441-CA16F9989112}" type="parTrans" cxnId="{16F3AAF3-D478-4F04-9923-265B8E9E8883}">
      <dgm:prSet/>
      <dgm:spPr/>
      <dgm:t>
        <a:bodyPr/>
        <a:lstStyle/>
        <a:p>
          <a:endParaRPr lang="en-US"/>
        </a:p>
      </dgm:t>
    </dgm:pt>
    <dgm:pt modelId="{EFC2AAD5-1C0E-408F-A15B-C3B45C29C427}" type="sibTrans" cxnId="{16F3AAF3-D478-4F04-9923-265B8E9E8883}">
      <dgm:prSet/>
      <dgm:spPr/>
      <dgm:t>
        <a:bodyPr/>
        <a:lstStyle/>
        <a:p>
          <a:endParaRPr lang="en-US"/>
        </a:p>
      </dgm:t>
    </dgm:pt>
    <dgm:pt modelId="{A2722FCC-34D7-4A04-9C3C-3157A8F23301}">
      <dgm:prSet custT="1"/>
      <dgm:spPr/>
      <dgm:t>
        <a:bodyPr/>
        <a:lstStyle/>
        <a:p>
          <a:pPr rtl="0"/>
          <a:r>
            <a:rPr lang="en-US" sz="3600" b="1" dirty="0" smtClean="0"/>
            <a:t>  Any question, comment?</a:t>
          </a:r>
          <a:endParaRPr lang="en-US" sz="3600" b="1" dirty="0"/>
        </a:p>
      </dgm:t>
    </dgm:pt>
    <dgm:pt modelId="{BF8C56A7-F464-4B15-84FE-3E17CBAD9AA4}" type="parTrans" cxnId="{B05BDAEE-8C60-4A41-A56E-54E4C75130F7}">
      <dgm:prSet/>
      <dgm:spPr/>
      <dgm:t>
        <a:bodyPr/>
        <a:lstStyle/>
        <a:p>
          <a:endParaRPr lang="en-US"/>
        </a:p>
      </dgm:t>
    </dgm:pt>
    <dgm:pt modelId="{8E7817F5-6767-408A-953F-923F3A824674}" type="sibTrans" cxnId="{B05BDAEE-8C60-4A41-A56E-54E4C75130F7}">
      <dgm:prSet/>
      <dgm:spPr/>
      <dgm:t>
        <a:bodyPr/>
        <a:lstStyle/>
        <a:p>
          <a:endParaRPr lang="en-US"/>
        </a:p>
      </dgm:t>
    </dgm:pt>
    <dgm:pt modelId="{1F360649-FB5A-4361-A9F5-52653C5FB52B}" type="pres">
      <dgm:prSet presAssocID="{49118BE6-B42F-40E7-A497-A9FDBC061BBA}" presName="composite" presStyleCnt="0">
        <dgm:presLayoutVars>
          <dgm:chMax val="5"/>
          <dgm:dir/>
          <dgm:animLvl val="ctr"/>
          <dgm:resizeHandles val="exact"/>
        </dgm:presLayoutVars>
      </dgm:prSet>
      <dgm:spPr/>
      <dgm:t>
        <a:bodyPr/>
        <a:lstStyle/>
        <a:p>
          <a:endParaRPr lang="en-US"/>
        </a:p>
      </dgm:t>
    </dgm:pt>
    <dgm:pt modelId="{AE869D43-7451-40DB-AE24-379CBADCF92A}" type="pres">
      <dgm:prSet presAssocID="{49118BE6-B42F-40E7-A497-A9FDBC061BBA}" presName="cycle" presStyleCnt="0"/>
      <dgm:spPr/>
    </dgm:pt>
    <dgm:pt modelId="{C8AA6C7B-9FD4-4AA1-9FB7-A4F3E6F7ADB5}" type="pres">
      <dgm:prSet presAssocID="{49118BE6-B42F-40E7-A497-A9FDBC061BBA}" presName="centerShape" presStyleCnt="0"/>
      <dgm:spPr/>
    </dgm:pt>
    <dgm:pt modelId="{F084CC67-1BB1-4391-9EE4-89E17E0DD0A5}" type="pres">
      <dgm:prSet presAssocID="{49118BE6-B42F-40E7-A497-A9FDBC061BBA}" presName="connSite" presStyleLbl="node1" presStyleIdx="0" presStyleCnt="3"/>
      <dgm:spPr/>
    </dgm:pt>
    <dgm:pt modelId="{BB4ECA11-24A2-459B-809A-09E63C8ABC1D}" type="pres">
      <dgm:prSet presAssocID="{49118BE6-B42F-40E7-A497-A9FDBC061BBA}" presName="visible" presStyleLbl="node1" presStyleIdx="0" presStyleCnt="3" custLinFactX="100000" custLinFactY="-60328" custLinFactNeighborX="101242" custLinFactNeighborY="-100000"/>
      <dgm:spPr/>
    </dgm:pt>
    <dgm:pt modelId="{591D13B0-9B88-4DE3-AFE8-05E9BD724867}" type="pres">
      <dgm:prSet presAssocID="{5CBA8327-2738-40D2-B441-CA16F9989112}" presName="Name25" presStyleLbl="parChTrans1D1" presStyleIdx="0" presStyleCnt="2"/>
      <dgm:spPr/>
      <dgm:t>
        <a:bodyPr/>
        <a:lstStyle/>
        <a:p>
          <a:endParaRPr lang="en-US"/>
        </a:p>
      </dgm:t>
    </dgm:pt>
    <dgm:pt modelId="{A4111B09-B40B-4CA8-A618-F4EDC907138A}" type="pres">
      <dgm:prSet presAssocID="{A2D2E9B7-8ECC-4ED8-8E7F-BC99546E5AC4}" presName="node" presStyleCnt="0"/>
      <dgm:spPr/>
    </dgm:pt>
    <dgm:pt modelId="{10980FC3-BF9F-4FA5-9F86-593A536457CC}" type="pres">
      <dgm:prSet presAssocID="{A2D2E9B7-8ECC-4ED8-8E7F-BC99546E5AC4}" presName="parentNode" presStyleLbl="node1" presStyleIdx="1" presStyleCnt="3" custScaleX="224318" custScaleY="209619" custLinFactX="100000" custLinFactNeighborX="135341" custLinFactNeighborY="799">
        <dgm:presLayoutVars>
          <dgm:chMax val="1"/>
          <dgm:bulletEnabled val="1"/>
        </dgm:presLayoutVars>
      </dgm:prSet>
      <dgm:spPr/>
      <dgm:t>
        <a:bodyPr/>
        <a:lstStyle/>
        <a:p>
          <a:endParaRPr lang="en-US"/>
        </a:p>
      </dgm:t>
    </dgm:pt>
    <dgm:pt modelId="{248B7B2A-9CB5-4CD4-9844-9477C7764D55}" type="pres">
      <dgm:prSet presAssocID="{A2D2E9B7-8ECC-4ED8-8E7F-BC99546E5AC4}" presName="childNode" presStyleLbl="revTx" presStyleIdx="0" presStyleCnt="0">
        <dgm:presLayoutVars>
          <dgm:bulletEnabled val="1"/>
        </dgm:presLayoutVars>
      </dgm:prSet>
      <dgm:spPr/>
    </dgm:pt>
    <dgm:pt modelId="{1AA1638A-9054-4D43-B0E3-840C73EBB577}" type="pres">
      <dgm:prSet presAssocID="{BF8C56A7-F464-4B15-84FE-3E17CBAD9AA4}" presName="Name25" presStyleLbl="parChTrans1D1" presStyleIdx="1" presStyleCnt="2"/>
      <dgm:spPr/>
      <dgm:t>
        <a:bodyPr/>
        <a:lstStyle/>
        <a:p>
          <a:endParaRPr lang="en-US"/>
        </a:p>
      </dgm:t>
    </dgm:pt>
    <dgm:pt modelId="{787198FA-B52F-4753-B728-7126C5B04BED}" type="pres">
      <dgm:prSet presAssocID="{A2722FCC-34D7-4A04-9C3C-3157A8F23301}" presName="node" presStyleCnt="0"/>
      <dgm:spPr/>
    </dgm:pt>
    <dgm:pt modelId="{3863E00D-BF26-45C7-B900-20DBCBA99BDA}" type="pres">
      <dgm:prSet presAssocID="{A2722FCC-34D7-4A04-9C3C-3157A8F23301}" presName="parentNode" presStyleLbl="node1" presStyleIdx="2" presStyleCnt="3" custScaleX="277436" custScaleY="93442" custLinFactX="100000" custLinFactNeighborX="116420" custLinFactNeighborY="-8668">
        <dgm:presLayoutVars>
          <dgm:chMax val="1"/>
          <dgm:bulletEnabled val="1"/>
        </dgm:presLayoutVars>
      </dgm:prSet>
      <dgm:spPr/>
      <dgm:t>
        <a:bodyPr/>
        <a:lstStyle/>
        <a:p>
          <a:endParaRPr lang="en-US"/>
        </a:p>
      </dgm:t>
    </dgm:pt>
    <dgm:pt modelId="{A70D0CE3-19FC-462E-A9C8-2BF67A727D09}" type="pres">
      <dgm:prSet presAssocID="{A2722FCC-34D7-4A04-9C3C-3157A8F23301}" presName="childNode" presStyleLbl="revTx" presStyleIdx="0" presStyleCnt="0">
        <dgm:presLayoutVars>
          <dgm:bulletEnabled val="1"/>
        </dgm:presLayoutVars>
      </dgm:prSet>
      <dgm:spPr/>
    </dgm:pt>
  </dgm:ptLst>
  <dgm:cxnLst>
    <dgm:cxn modelId="{B05BDAEE-8C60-4A41-A56E-54E4C75130F7}" srcId="{49118BE6-B42F-40E7-A497-A9FDBC061BBA}" destId="{A2722FCC-34D7-4A04-9C3C-3157A8F23301}" srcOrd="1" destOrd="0" parTransId="{BF8C56A7-F464-4B15-84FE-3E17CBAD9AA4}" sibTransId="{8E7817F5-6767-408A-953F-923F3A824674}"/>
    <dgm:cxn modelId="{BBE02AEE-B5BF-4FE9-8D7D-EB8ECE76408F}" type="presOf" srcId="{5CBA8327-2738-40D2-B441-CA16F9989112}" destId="{591D13B0-9B88-4DE3-AFE8-05E9BD724867}" srcOrd="0" destOrd="0" presId="urn:microsoft.com/office/officeart/2005/8/layout/radial2"/>
    <dgm:cxn modelId="{AAB296BF-A7EE-4548-A5A9-1BE4DDA093D4}" type="presOf" srcId="{A2722FCC-34D7-4A04-9C3C-3157A8F23301}" destId="{3863E00D-BF26-45C7-B900-20DBCBA99BDA}" srcOrd="0" destOrd="0" presId="urn:microsoft.com/office/officeart/2005/8/layout/radial2"/>
    <dgm:cxn modelId="{859E8337-6D2F-4538-8B92-7FB3D27905A5}" type="presOf" srcId="{BF8C56A7-F464-4B15-84FE-3E17CBAD9AA4}" destId="{1AA1638A-9054-4D43-B0E3-840C73EBB577}" srcOrd="0" destOrd="0" presId="urn:microsoft.com/office/officeart/2005/8/layout/radial2"/>
    <dgm:cxn modelId="{6DEDCDBA-F615-4292-8AEC-82F7EA76B44E}" type="presOf" srcId="{49118BE6-B42F-40E7-A497-A9FDBC061BBA}" destId="{1F360649-FB5A-4361-A9F5-52653C5FB52B}" srcOrd="0" destOrd="0" presId="urn:microsoft.com/office/officeart/2005/8/layout/radial2"/>
    <dgm:cxn modelId="{16F3AAF3-D478-4F04-9923-265B8E9E8883}" srcId="{49118BE6-B42F-40E7-A497-A9FDBC061BBA}" destId="{A2D2E9B7-8ECC-4ED8-8E7F-BC99546E5AC4}" srcOrd="0" destOrd="0" parTransId="{5CBA8327-2738-40D2-B441-CA16F9989112}" sibTransId="{EFC2AAD5-1C0E-408F-A15B-C3B45C29C427}"/>
    <dgm:cxn modelId="{064AAC8F-C23F-439A-9D8F-E1D8AA6C8260}" type="presOf" srcId="{A2D2E9B7-8ECC-4ED8-8E7F-BC99546E5AC4}" destId="{10980FC3-BF9F-4FA5-9F86-593A536457CC}" srcOrd="0" destOrd="0" presId="urn:microsoft.com/office/officeart/2005/8/layout/radial2"/>
    <dgm:cxn modelId="{003C0A06-D860-419C-BF38-35C880C1458C}" type="presParOf" srcId="{1F360649-FB5A-4361-A9F5-52653C5FB52B}" destId="{AE869D43-7451-40DB-AE24-379CBADCF92A}" srcOrd="0" destOrd="0" presId="urn:microsoft.com/office/officeart/2005/8/layout/radial2"/>
    <dgm:cxn modelId="{9CA7939C-CE17-476E-9C64-6E2F7D06C3D7}" type="presParOf" srcId="{AE869D43-7451-40DB-AE24-379CBADCF92A}" destId="{C8AA6C7B-9FD4-4AA1-9FB7-A4F3E6F7ADB5}" srcOrd="0" destOrd="0" presId="urn:microsoft.com/office/officeart/2005/8/layout/radial2"/>
    <dgm:cxn modelId="{5CE74159-71DC-4389-804D-185A0D087076}" type="presParOf" srcId="{C8AA6C7B-9FD4-4AA1-9FB7-A4F3E6F7ADB5}" destId="{F084CC67-1BB1-4391-9EE4-89E17E0DD0A5}" srcOrd="0" destOrd="0" presId="urn:microsoft.com/office/officeart/2005/8/layout/radial2"/>
    <dgm:cxn modelId="{D071A553-7735-4B93-B008-49ED9B0A0444}" type="presParOf" srcId="{C8AA6C7B-9FD4-4AA1-9FB7-A4F3E6F7ADB5}" destId="{BB4ECA11-24A2-459B-809A-09E63C8ABC1D}" srcOrd="1" destOrd="0" presId="urn:microsoft.com/office/officeart/2005/8/layout/radial2"/>
    <dgm:cxn modelId="{09CA0514-DA0F-4714-A93B-EB866E2AD6E0}" type="presParOf" srcId="{AE869D43-7451-40DB-AE24-379CBADCF92A}" destId="{591D13B0-9B88-4DE3-AFE8-05E9BD724867}" srcOrd="1" destOrd="0" presId="urn:microsoft.com/office/officeart/2005/8/layout/radial2"/>
    <dgm:cxn modelId="{61B73553-A4AE-48E5-858C-C868E5087D2E}" type="presParOf" srcId="{AE869D43-7451-40DB-AE24-379CBADCF92A}" destId="{A4111B09-B40B-4CA8-A618-F4EDC907138A}" srcOrd="2" destOrd="0" presId="urn:microsoft.com/office/officeart/2005/8/layout/radial2"/>
    <dgm:cxn modelId="{FC5D0623-07E6-4BF9-9B12-DA4DE5E74D04}" type="presParOf" srcId="{A4111B09-B40B-4CA8-A618-F4EDC907138A}" destId="{10980FC3-BF9F-4FA5-9F86-593A536457CC}" srcOrd="0" destOrd="0" presId="urn:microsoft.com/office/officeart/2005/8/layout/radial2"/>
    <dgm:cxn modelId="{544F606B-7C05-41A4-9B88-3DADC3E14819}" type="presParOf" srcId="{A4111B09-B40B-4CA8-A618-F4EDC907138A}" destId="{248B7B2A-9CB5-4CD4-9844-9477C7764D55}" srcOrd="1" destOrd="0" presId="urn:microsoft.com/office/officeart/2005/8/layout/radial2"/>
    <dgm:cxn modelId="{386AD782-0E32-479F-BCEF-B89CE32D05B5}" type="presParOf" srcId="{AE869D43-7451-40DB-AE24-379CBADCF92A}" destId="{1AA1638A-9054-4D43-B0E3-840C73EBB577}" srcOrd="3" destOrd="0" presId="urn:microsoft.com/office/officeart/2005/8/layout/radial2"/>
    <dgm:cxn modelId="{643AF712-03A7-458C-B95D-2F458B4517AF}" type="presParOf" srcId="{AE869D43-7451-40DB-AE24-379CBADCF92A}" destId="{787198FA-B52F-4753-B728-7126C5B04BED}" srcOrd="4" destOrd="0" presId="urn:microsoft.com/office/officeart/2005/8/layout/radial2"/>
    <dgm:cxn modelId="{D47D3D5A-4BE6-460F-B1DB-872203D6B431}" type="presParOf" srcId="{787198FA-B52F-4753-B728-7126C5B04BED}" destId="{3863E00D-BF26-45C7-B900-20DBCBA99BDA}" srcOrd="0" destOrd="0" presId="urn:microsoft.com/office/officeart/2005/8/layout/radial2"/>
    <dgm:cxn modelId="{21C42752-67BC-46E0-8D0C-447861291AFD}" type="presParOf" srcId="{787198FA-B52F-4753-B728-7126C5B04BED}" destId="{A70D0CE3-19FC-462E-A9C8-2BF67A727D09}" srcOrd="1" destOrd="0" presId="urn:microsoft.com/office/officeart/2005/8/layout/radial2"/>
  </dgm:cxnLst>
  <dgm:bg/>
  <dgm:whole/>
</dgm:dataModel>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4820"/>
          </a:xfrm>
          <a:prstGeom prst="rect">
            <a:avLst/>
          </a:prstGeom>
        </p:spPr>
        <p:txBody>
          <a:bodyPr vert="horz" lIns="91440" tIns="45720" rIns="91440" bIns="45720" rtlCol="0"/>
          <a:lstStyle>
            <a:lvl1pPr algn="r">
              <a:defRPr sz="1200"/>
            </a:lvl1pPr>
          </a:lstStyle>
          <a:p>
            <a:fld id="{6559ACEA-C0AE-49AB-9836-0B44073F2D30}" type="datetimeFigureOut">
              <a:rPr lang="en-US" smtClean="0"/>
              <a:pPr/>
              <a:t>7/12/2022</a:t>
            </a:fld>
            <a:endParaRPr lang="en-US"/>
          </a:p>
        </p:txBody>
      </p:sp>
      <p:sp>
        <p:nvSpPr>
          <p:cNvPr id="4" name="Footer Placeholder 3"/>
          <p:cNvSpPr>
            <a:spLocks noGrp="1"/>
          </p:cNvSpPr>
          <p:nvPr>
            <p:ph type="ftr" sz="quarter" idx="2"/>
          </p:nvPr>
        </p:nvSpPr>
        <p:spPr>
          <a:xfrm>
            <a:off x="0" y="8829967"/>
            <a:ext cx="2971800" cy="46482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7"/>
            <a:ext cx="2971800" cy="464820"/>
          </a:xfrm>
          <a:prstGeom prst="rect">
            <a:avLst/>
          </a:prstGeom>
        </p:spPr>
        <p:txBody>
          <a:bodyPr vert="horz" lIns="91440" tIns="45720" rIns="91440" bIns="45720" rtlCol="0" anchor="b"/>
          <a:lstStyle>
            <a:lvl1pPr algn="r">
              <a:defRPr sz="1200"/>
            </a:lvl1pPr>
          </a:lstStyle>
          <a:p>
            <a:fld id="{DC4A79BB-DE1D-40E1-98D8-8BE9896DD800}" type="slidenum">
              <a:rPr lang="en-US" smtClean="0"/>
              <a:pPr/>
              <a:t>‹#›</a:t>
            </a:fld>
            <a:endParaRPr lang="en-US"/>
          </a:p>
        </p:txBody>
      </p:sp>
    </p:spTree>
    <p:extLst>
      <p:ext uri="{BB962C8B-B14F-4D97-AF65-F5344CB8AC3E}">
        <p14:creationId xmlns="" xmlns:p14="http://schemas.microsoft.com/office/powerpoint/2010/main" val="7663332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64820"/>
          </a:xfrm>
          <a:prstGeom prst="rect">
            <a:avLst/>
          </a:prstGeom>
        </p:spPr>
        <p:txBody>
          <a:bodyPr vert="horz" lIns="91440" tIns="45720" rIns="91440" bIns="45720" rtlCol="0"/>
          <a:lstStyle>
            <a:lvl1pPr algn="r">
              <a:defRPr sz="1200"/>
            </a:lvl1pPr>
          </a:lstStyle>
          <a:p>
            <a:fld id="{F7C1891C-EECF-4055-833C-2FA8CFA650A4}" type="datetimeFigureOut">
              <a:rPr lang="en-US" smtClean="0"/>
              <a:pPr/>
              <a:t>7/12/2022</a:t>
            </a:fld>
            <a:endParaRPr lang="en-US"/>
          </a:p>
        </p:txBody>
      </p:sp>
      <p:sp>
        <p:nvSpPr>
          <p:cNvPr id="4" name="Slide Image Placeholder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15790"/>
            <a:ext cx="5486400" cy="418338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2971800" cy="46482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829967"/>
            <a:ext cx="2971800" cy="464820"/>
          </a:xfrm>
          <a:prstGeom prst="rect">
            <a:avLst/>
          </a:prstGeom>
        </p:spPr>
        <p:txBody>
          <a:bodyPr vert="horz" lIns="91440" tIns="45720" rIns="91440" bIns="45720" rtlCol="0" anchor="b"/>
          <a:lstStyle>
            <a:lvl1pPr algn="r">
              <a:defRPr sz="1200"/>
            </a:lvl1pPr>
          </a:lstStyle>
          <a:p>
            <a:fld id="{51B7F8CD-769C-44B8-BD24-CDA7A48E3FA0}" type="slidenum">
              <a:rPr lang="en-US" smtClean="0"/>
              <a:pPr/>
              <a:t>‹#›</a:t>
            </a:fld>
            <a:endParaRPr lang="en-US"/>
          </a:p>
        </p:txBody>
      </p:sp>
    </p:spTree>
    <p:extLst>
      <p:ext uri="{BB962C8B-B14F-4D97-AF65-F5344CB8AC3E}">
        <p14:creationId xmlns="" xmlns:p14="http://schemas.microsoft.com/office/powerpoint/2010/main" val="853048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DC6F2E-45F3-484C-843F-0E67CEBA00D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 xmlns:p14="http://schemas.microsoft.com/office/powerpoint/2010/main" val="2581568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0F7A3BF-839D-4A56-A4B0-34B7858EC6A1}" type="slidenum">
              <a:rPr lang="en-US" smtClean="0">
                <a:solidFill>
                  <a:prstClr val="black"/>
                </a:solidFill>
              </a:rPr>
              <a:pPr/>
              <a:t>5</a:t>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0F7A3BF-839D-4A56-A4B0-34B7858EC6A1}" type="slidenum">
              <a:rPr lang="en-US" smtClean="0">
                <a:solidFill>
                  <a:prstClr val="black"/>
                </a:solidFill>
              </a:rPr>
              <a:pPr/>
              <a:t>6</a:t>
            </a:fld>
            <a:endParaRPr 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0F7A3BF-839D-4A56-A4B0-34B7858EC6A1}" type="slidenum">
              <a:rPr lang="en-US" smtClean="0">
                <a:solidFill>
                  <a:prstClr val="black"/>
                </a:solidFill>
              </a:rPr>
              <a:pPr/>
              <a:t>7</a:t>
            </a:fld>
            <a:endParaRPr 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5E5BF188-7E17-4291-B5C2-11EB2C954FD8}" type="slidenum">
              <a:rPr lang="en-US" altLang="en-US">
                <a:solidFill>
                  <a:prstClr val="black"/>
                </a:solidFill>
              </a:rPr>
              <a:pPr/>
              <a:t>28</a:t>
            </a:fld>
            <a:endParaRPr lang="en-US" altLang="en-US">
              <a:solidFill>
                <a:prstClr val="black"/>
              </a:solidFill>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r>
              <a:rPr lang="en-US" altLang="en-US" smtClean="0"/>
              <a:t>Now we’ll start cluster B.  Antisocial disorder is characterized by a lack of regard for the moral or legal standards in one’s culture.  These individuals show irresponsible and antisocial behavior by working only inconsistently, breaking laws, being irritable or physically aggressive, and being reckless.  They are also impulsive and fail to plan ahead and are completely aware of lies and misdeeds, but don’t seem to expereince any remorse for them.  They are what we would know as psychopaths or sociopaths.</a:t>
            </a:r>
          </a:p>
        </p:txBody>
      </p:sp>
    </p:spTree>
    <p:extLst>
      <p:ext uri="{BB962C8B-B14F-4D97-AF65-F5344CB8AC3E}">
        <p14:creationId xmlns="" xmlns:p14="http://schemas.microsoft.com/office/powerpoint/2010/main" val="2846672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5E5BF188-7E17-4291-B5C2-11EB2C954FD8}" type="slidenum">
              <a:rPr lang="en-US" altLang="en-US">
                <a:solidFill>
                  <a:prstClr val="black"/>
                </a:solidFill>
              </a:rPr>
              <a:pPr/>
              <a:t>29</a:t>
            </a:fld>
            <a:endParaRPr lang="en-US" altLang="en-US">
              <a:solidFill>
                <a:prstClr val="black"/>
              </a:solidFill>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r>
              <a:rPr lang="en-US" altLang="en-US" smtClean="0"/>
              <a:t>Now we’ll start cluster B.  Antisocial disorder is characterized by a lack of regard for the moral or legal standards in one’s culture.  These individuals show irresponsible and antisocial behavior by working only inconsistently, breaking laws, being irritable or physically aggressive, and being reckless.  They are also impulsive and fail to plan ahead and are completely aware of lies and misdeeds, but don’t seem to expereince any remorse for them.  They are what we would know as psychopaths or sociopaths.</a:t>
            </a:r>
          </a:p>
        </p:txBody>
      </p:sp>
    </p:spTree>
    <p:extLst>
      <p:ext uri="{BB962C8B-B14F-4D97-AF65-F5344CB8AC3E}">
        <p14:creationId xmlns="" xmlns:p14="http://schemas.microsoft.com/office/powerpoint/2010/main" val="38324620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5E5BF188-7E17-4291-B5C2-11EB2C954FD8}" type="slidenum">
              <a:rPr lang="en-US" altLang="en-US">
                <a:solidFill>
                  <a:prstClr val="black"/>
                </a:solidFill>
              </a:rPr>
              <a:pPr/>
              <a:t>30</a:t>
            </a:fld>
            <a:endParaRPr lang="en-US" altLang="en-US">
              <a:solidFill>
                <a:prstClr val="black"/>
              </a:solidFill>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r>
              <a:rPr lang="en-US" altLang="en-US" smtClean="0"/>
              <a:t>Now we’ll start cluster B.  Antisocial disorder is characterized by a lack of regard for the moral or legal standards in one’s culture.  These individuals show irresponsible and antisocial behavior by working only inconsistently, breaking laws, being irritable or physically aggressive, and being reckless.  They are also impulsive and fail to plan ahead and are completely aware of lies and misdeeds, but don’t seem to expereince any remorse for them.  They are what we would know as psychopaths or sociopaths.</a:t>
            </a:r>
          </a:p>
        </p:txBody>
      </p:sp>
    </p:spTree>
    <p:extLst>
      <p:ext uri="{BB962C8B-B14F-4D97-AF65-F5344CB8AC3E}">
        <p14:creationId xmlns="" xmlns:p14="http://schemas.microsoft.com/office/powerpoint/2010/main" val="3685091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0F7A3BF-839D-4A56-A4B0-34B7858EC6A1}" type="slidenum">
              <a:rPr lang="en-US" smtClean="0">
                <a:solidFill>
                  <a:prstClr val="black"/>
                </a:solidFill>
              </a:rPr>
              <a:pPr/>
              <a:t>31</a:t>
            </a:fld>
            <a:endParaRPr 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5E5BF188-7E17-4291-B5C2-11EB2C954FD8}" type="slidenum">
              <a:rPr lang="en-US" altLang="en-US">
                <a:solidFill>
                  <a:prstClr val="black"/>
                </a:solidFill>
              </a:rPr>
              <a:pPr/>
              <a:t>32</a:t>
            </a:fld>
            <a:endParaRPr lang="en-US" altLang="en-US">
              <a:solidFill>
                <a:prstClr val="black"/>
              </a:solidFill>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r>
              <a:rPr lang="en-US" altLang="en-US" smtClean="0"/>
              <a:t>Now we’ll start cluster B.  Antisocial disorder is characterized by a lack of regard for the moral or legal standards in one’s culture.  These individuals show irresponsible and antisocial behavior by working only inconsistently, breaking laws, being irritable or physically aggressive, and being reckless.  They are also impulsive and fail to plan ahead and are completely aware of lies and misdeeds, but don’t seem to expereince any remorse for them.  They are what we would know as psychopaths or sociopaths.</a:t>
            </a:r>
          </a:p>
        </p:txBody>
      </p:sp>
    </p:spTree>
    <p:extLst>
      <p:ext uri="{BB962C8B-B14F-4D97-AF65-F5344CB8AC3E}">
        <p14:creationId xmlns="" xmlns:p14="http://schemas.microsoft.com/office/powerpoint/2010/main" val="25592314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5E5BF188-7E17-4291-B5C2-11EB2C954FD8}" type="slidenum">
              <a:rPr lang="en-US" altLang="en-US">
                <a:solidFill>
                  <a:prstClr val="black"/>
                </a:solidFill>
              </a:rPr>
              <a:pPr/>
              <a:t>33</a:t>
            </a:fld>
            <a:endParaRPr lang="en-US" altLang="en-US">
              <a:solidFill>
                <a:prstClr val="black"/>
              </a:solidFill>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r>
              <a:rPr lang="en-US" altLang="en-US" smtClean="0"/>
              <a:t>Now we’ll start cluster B.  Antisocial disorder is characterized by a lack of regard for the moral or legal standards in one’s culture.  These individuals show irresponsible and antisocial behavior by working only inconsistently, breaking laws, being irritable or physically aggressive, and being reckless.  They are also impulsive and fail to plan ahead and are completely aware of lies and misdeeds, but don’t seem to expereince any remorse for them.  They are what we would know as psychopaths or sociopaths.</a:t>
            </a:r>
          </a:p>
        </p:txBody>
      </p:sp>
    </p:spTree>
    <p:extLst>
      <p:ext uri="{BB962C8B-B14F-4D97-AF65-F5344CB8AC3E}">
        <p14:creationId xmlns="" xmlns:p14="http://schemas.microsoft.com/office/powerpoint/2010/main" val="1136102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5E5BF188-7E17-4291-B5C2-11EB2C954FD8}" type="slidenum">
              <a:rPr lang="en-US" altLang="en-US">
                <a:solidFill>
                  <a:prstClr val="black"/>
                </a:solidFill>
              </a:rPr>
              <a:pPr/>
              <a:t>34</a:t>
            </a:fld>
            <a:endParaRPr lang="en-US" altLang="en-US">
              <a:solidFill>
                <a:prstClr val="black"/>
              </a:solidFill>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r>
              <a:rPr lang="en-US" altLang="en-US" smtClean="0"/>
              <a:t>Now we’ll start cluster B.  Antisocial disorder is characterized by a lack of regard for the moral or legal standards in one’s culture.  These individuals show irresponsible and antisocial behavior by working only inconsistently, breaking laws, being irritable or physically aggressive, and being reckless.  They are also impulsive and fail to plan ahead and are completely aware of lies and misdeeds, but don’t seem to expereince any remorse for them.  They are what we would know as psychopaths or sociopaths.</a:t>
            </a:r>
          </a:p>
        </p:txBody>
      </p:sp>
    </p:spTree>
    <p:extLst>
      <p:ext uri="{BB962C8B-B14F-4D97-AF65-F5344CB8AC3E}">
        <p14:creationId xmlns="" xmlns:p14="http://schemas.microsoft.com/office/powerpoint/2010/main" val="11361026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5E5BF188-7E17-4291-B5C2-11EB2C954FD8}" type="slidenum">
              <a:rPr lang="en-US" altLang="en-US">
                <a:solidFill>
                  <a:prstClr val="black"/>
                </a:solidFill>
              </a:rPr>
              <a:pPr/>
              <a:t>35</a:t>
            </a:fld>
            <a:endParaRPr lang="en-US" altLang="en-US">
              <a:solidFill>
                <a:prstClr val="black"/>
              </a:solidFill>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r>
              <a:rPr lang="en-US" altLang="en-US" smtClean="0"/>
              <a:t>Now we’ll start cluster B.  Antisocial disorder is characterized by a lack of regard for the moral or legal standards in one’s culture.  These individuals show irresponsible and antisocial behavior by working only inconsistently, breaking laws, being irritable or physically aggressive, and being reckless.  They are also impulsive and fail to plan ahead and are completely aware of lies and misdeeds, but don’t seem to expereince any remorse for them.  They are what we would know as psychopaths or sociopaths.</a:t>
            </a:r>
          </a:p>
        </p:txBody>
      </p:sp>
    </p:spTree>
    <p:extLst>
      <p:ext uri="{BB962C8B-B14F-4D97-AF65-F5344CB8AC3E}">
        <p14:creationId xmlns="" xmlns:p14="http://schemas.microsoft.com/office/powerpoint/2010/main" val="1136102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5E5BF188-7E17-4291-B5C2-11EB2C954FD8}" type="slidenum">
              <a:rPr lang="en-US" altLang="en-US">
                <a:solidFill>
                  <a:prstClr val="black"/>
                </a:solidFill>
              </a:rPr>
              <a:pPr/>
              <a:t>36</a:t>
            </a:fld>
            <a:endParaRPr lang="en-US" altLang="en-US">
              <a:solidFill>
                <a:prstClr val="black"/>
              </a:solidFill>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r>
              <a:rPr lang="en-US" altLang="en-US" smtClean="0"/>
              <a:t>Now we’ll start cluster B.  Antisocial disorder is characterized by a lack of regard for the moral or legal standards in one’s culture.  These individuals show irresponsible and antisocial behavior by working only inconsistently, breaking laws, being irritable or physically aggressive, and being reckless.  They are also impulsive and fail to plan ahead and are completely aware of lies and misdeeds, but don’t seem to expereince any remorse for them.  They are what we would know as psychopaths or sociopaths.</a:t>
            </a:r>
          </a:p>
        </p:txBody>
      </p:sp>
    </p:spTree>
    <p:extLst>
      <p:ext uri="{BB962C8B-B14F-4D97-AF65-F5344CB8AC3E}">
        <p14:creationId xmlns="" xmlns:p14="http://schemas.microsoft.com/office/powerpoint/2010/main" val="1136102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wav"/></Relationships>
</file>

<file path=ppt/slideLayouts/_rels/slideLayout134.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wav"/></Relationships>
</file>

<file path=ppt/slideLayouts/_rels/slideLayout135.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wav"/></Relationships>
</file>

<file path=ppt/slideLayouts/_rels/slideLayout136.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wav"/></Relationships>
</file>

<file path=ppt/slideLayouts/_rels/slideLayout137.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wav"/></Relationships>
</file>

<file path=ppt/slideLayouts/_rels/slideLayout138.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wav"/></Relationships>
</file>

<file path=ppt/slideLayouts/_rels/slideLayout139.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wav"/></Relationships>
</file>

<file path=ppt/slideLayouts/_rels/slideLayout140.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wav"/></Relationships>
</file>

<file path=ppt/slideLayouts/_rels/slideLayout141.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wav"/></Relationships>
</file>

<file path=ppt/slideLayouts/_rels/slideLayout142.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wav"/></Relationships>
</file>

<file path=ppt/slideLayouts/_rels/slideLayout143.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wav"/></Relationships>
</file>

<file path=ppt/slideLayouts/_rels/slideLayout144.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2.wav"/></Relationships>
</file>

<file path=ppt/slideLayouts/_rels/slideLayout145.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2.wav"/></Relationships>
</file>

<file path=ppt/slideLayouts/_rels/slideLayout146.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2.wav"/></Relationships>
</file>

<file path=ppt/slideLayouts/_rels/slideLayout147.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2.wav"/></Relationships>
</file>

<file path=ppt/slideLayouts/_rels/slideLayout148.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2.wav"/></Relationships>
</file>

<file path=ppt/slideLayouts/_rels/slideLayout149.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2.wav"/></Relationships>
</file>

<file path=ppt/slideLayouts/_rels/slideLayout150.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2.wav"/></Relationships>
</file>

<file path=ppt/slideLayouts/_rels/slideLayout151.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2.wav"/></Relationships>
</file>

<file path=ppt/slideLayouts/_rels/slideLayout152.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2.wav"/></Relationships>
</file>

<file path=ppt/slideLayouts/_rels/slideLayout153.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2.wav"/></Relationships>
</file>

<file path=ppt/slideLayouts/_rels/slideLayout154.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2.wav"/></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6.xml"/><Relationship Id="rId1" Type="http://schemas.openxmlformats.org/officeDocument/2006/relationships/themeOverride" Target="../theme/themeOverride1.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6.xml"/><Relationship Id="rId1" Type="http://schemas.openxmlformats.org/officeDocument/2006/relationships/themeOverride" Target="../theme/themeOverride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A675714-EBEA-45B2-A073-A14E657BABE3}" type="datetimeFigureOut">
              <a:rPr lang="en-US" smtClean="0"/>
              <a:pPr/>
              <a:t>7/12/2022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D9A889-9A25-43DE-8D47-27918B8FE9A1}" type="slidenum">
              <a:rPr lang="en-US" smtClean="0"/>
              <a:pPr/>
              <a:t>‹#›</a:t>
            </a:fld>
            <a:endParaRPr lang="en-US"/>
          </a:p>
        </p:txBody>
      </p:sp>
    </p:spTree>
    <p:extLst>
      <p:ext uri="{BB962C8B-B14F-4D97-AF65-F5344CB8AC3E}">
        <p14:creationId xmlns="" xmlns:p14="http://schemas.microsoft.com/office/powerpoint/2010/main" val="3667125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A675714-EBEA-45B2-A073-A14E657BABE3}" type="datetimeFigureOut">
              <a:rPr lang="en-US" smtClean="0"/>
              <a:pPr/>
              <a:t>7/12/2022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D9A889-9A25-43DE-8D47-27918B8FE9A1}" type="slidenum">
              <a:rPr lang="en-US" smtClean="0"/>
              <a:pPr/>
              <a:t>‹#›</a:t>
            </a:fld>
            <a:endParaRPr lang="en-US"/>
          </a:p>
        </p:txBody>
      </p:sp>
    </p:spTree>
    <p:extLst>
      <p:ext uri="{BB962C8B-B14F-4D97-AF65-F5344CB8AC3E}">
        <p14:creationId xmlns="" xmlns:p14="http://schemas.microsoft.com/office/powerpoint/2010/main" val="3500426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A675714-EBEA-45B2-A073-A14E657BABE3}" type="datetimeFigureOut">
              <a:rPr lang="en-US" smtClean="0"/>
              <a:pPr/>
              <a:t>7/12/2022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D9A889-9A25-43DE-8D47-27918B8FE9A1}" type="slidenum">
              <a:rPr lang="en-US" smtClean="0"/>
              <a:pPr/>
              <a:t>‹#›</a:t>
            </a:fld>
            <a:endParaRPr lang="en-US"/>
          </a:p>
        </p:txBody>
      </p:sp>
    </p:spTree>
    <p:extLst>
      <p:ext uri="{BB962C8B-B14F-4D97-AF65-F5344CB8AC3E}">
        <p14:creationId xmlns="" xmlns:p14="http://schemas.microsoft.com/office/powerpoint/2010/main" val="4209687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A675714-EBEA-45B2-A073-A14E657BABE3}" type="datetimeFigureOut">
              <a:rPr lang="en-US" smtClean="0"/>
              <a:pPr/>
              <a:t>7/12/2022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D9A889-9A25-43DE-8D47-27918B8FE9A1}" type="slidenum">
              <a:rPr lang="en-US" smtClean="0"/>
              <a:pPr/>
              <a:t>‹#›</a:t>
            </a:fld>
            <a:endParaRPr lang="en-US"/>
          </a:p>
        </p:txBody>
      </p:sp>
    </p:spTree>
    <p:extLst>
      <p:ext uri="{BB962C8B-B14F-4D97-AF65-F5344CB8AC3E}">
        <p14:creationId xmlns="" xmlns:p14="http://schemas.microsoft.com/office/powerpoint/2010/main" val="258910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A675714-EBEA-45B2-A073-A14E657BABE3}" type="datetimeFigureOut">
              <a:rPr lang="en-US" smtClean="0"/>
              <a:pPr/>
              <a:t>7/12/2022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0D9A889-9A25-43DE-8D47-27918B8FE9A1}" type="slidenum">
              <a:rPr lang="en-US" smtClean="0"/>
              <a:pPr/>
              <a:t>‹#›</a:t>
            </a:fld>
            <a:endParaRPr lang="en-US"/>
          </a:p>
        </p:txBody>
      </p:sp>
    </p:spTree>
    <p:extLst>
      <p:ext uri="{BB962C8B-B14F-4D97-AF65-F5344CB8AC3E}">
        <p14:creationId xmlns="" xmlns:p14="http://schemas.microsoft.com/office/powerpoint/2010/main" val="4200971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A675714-EBEA-45B2-A073-A14E657BABE3}" type="datetimeFigureOut">
              <a:rPr lang="en-US" smtClean="0"/>
              <a:pPr/>
              <a:t>7/12/2022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0D9A889-9A25-43DE-8D47-27918B8FE9A1}" type="slidenum">
              <a:rPr lang="en-US" smtClean="0"/>
              <a:pPr/>
              <a:t>‹#›</a:t>
            </a:fld>
            <a:endParaRPr lang="en-US"/>
          </a:p>
        </p:txBody>
      </p:sp>
    </p:spTree>
    <p:extLst>
      <p:ext uri="{BB962C8B-B14F-4D97-AF65-F5344CB8AC3E}">
        <p14:creationId xmlns="" xmlns:p14="http://schemas.microsoft.com/office/powerpoint/2010/main" val="1363211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675714-EBEA-45B2-A073-A14E657BABE3}" type="datetimeFigureOut">
              <a:rPr lang="en-US" smtClean="0"/>
              <a:pPr/>
              <a:t>7/12/2022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0D9A889-9A25-43DE-8D47-27918B8FE9A1}" type="slidenum">
              <a:rPr lang="en-US" smtClean="0"/>
              <a:pPr/>
              <a:t>‹#›</a:t>
            </a:fld>
            <a:endParaRPr lang="en-US"/>
          </a:p>
        </p:txBody>
      </p:sp>
    </p:spTree>
    <p:extLst>
      <p:ext uri="{BB962C8B-B14F-4D97-AF65-F5344CB8AC3E}">
        <p14:creationId xmlns="" xmlns:p14="http://schemas.microsoft.com/office/powerpoint/2010/main" val="1539483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A675714-EBEA-45B2-A073-A14E657BABE3}" type="datetimeFigureOut">
              <a:rPr lang="en-US" smtClean="0"/>
              <a:pPr/>
              <a:t>7/12/2022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D9A889-9A25-43DE-8D47-27918B8FE9A1}" type="slidenum">
              <a:rPr lang="en-US" smtClean="0"/>
              <a:pPr/>
              <a:t>‹#›</a:t>
            </a:fld>
            <a:endParaRPr lang="en-US"/>
          </a:p>
        </p:txBody>
      </p:sp>
    </p:spTree>
    <p:extLst>
      <p:ext uri="{BB962C8B-B14F-4D97-AF65-F5344CB8AC3E}">
        <p14:creationId xmlns="" xmlns:p14="http://schemas.microsoft.com/office/powerpoint/2010/main" val="3757371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A675714-EBEA-45B2-A073-A14E657BABE3}" type="datetimeFigureOut">
              <a:rPr lang="en-US" smtClean="0"/>
              <a:pPr/>
              <a:t>7/12/2022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D9A889-9A25-43DE-8D47-27918B8FE9A1}" type="slidenum">
              <a:rPr lang="en-US" smtClean="0"/>
              <a:pPr/>
              <a:t>‹#›</a:t>
            </a:fld>
            <a:endParaRPr lang="en-US"/>
          </a:p>
        </p:txBody>
      </p:sp>
    </p:spTree>
    <p:extLst>
      <p:ext uri="{BB962C8B-B14F-4D97-AF65-F5344CB8AC3E}">
        <p14:creationId xmlns="" xmlns:p14="http://schemas.microsoft.com/office/powerpoint/2010/main" val="551095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A675714-EBEA-45B2-A073-A14E657BABE3}" type="datetimeFigureOut">
              <a:rPr lang="en-US" smtClean="0"/>
              <a:pPr/>
              <a:t>7/12/2022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D9A889-9A25-43DE-8D47-27918B8FE9A1}" type="slidenum">
              <a:rPr lang="en-US" smtClean="0"/>
              <a:pPr/>
              <a:t>‹#›</a:t>
            </a:fld>
            <a:endParaRPr lang="en-US"/>
          </a:p>
        </p:txBody>
      </p:sp>
    </p:spTree>
    <p:extLst>
      <p:ext uri="{BB962C8B-B14F-4D97-AF65-F5344CB8AC3E}">
        <p14:creationId xmlns="" xmlns:p14="http://schemas.microsoft.com/office/powerpoint/2010/main" val="2322539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A675714-EBEA-45B2-A073-A14E657BABE3}" type="datetimeFigureOut">
              <a:rPr lang="en-US" smtClean="0"/>
              <a:pPr/>
              <a:t>7/12/2022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D9A889-9A25-43DE-8D47-27918B8FE9A1}" type="slidenum">
              <a:rPr lang="en-US" smtClean="0"/>
              <a:pPr/>
              <a:t>‹#›</a:t>
            </a:fld>
            <a:endParaRPr lang="en-US"/>
          </a:p>
        </p:txBody>
      </p:sp>
    </p:spTree>
    <p:extLst>
      <p:ext uri="{BB962C8B-B14F-4D97-AF65-F5344CB8AC3E}">
        <p14:creationId xmlns="" xmlns:p14="http://schemas.microsoft.com/office/powerpoint/2010/main" val="2000853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848F51FB-F9FC-4CDB-8176-F3AB6CEF69B2}" type="datetimeFigureOut">
              <a:rPr lang="en-US" smtClean="0"/>
              <a:pPr/>
              <a:t>7/12/2022</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solidFill>
                <a:srgbClr val="4E5B6F"/>
              </a:solidFill>
            </a:endParaRPr>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16AA645C-BDC5-4D0A-B00F-BD8F162A46FD}" type="slidenum">
              <a:rPr lang="en-US" smtClean="0">
                <a:solidFill>
                  <a:srgbClr val="4E5B6F"/>
                </a:solidFill>
              </a:rPr>
              <a:pPr/>
              <a:t>‹#›</a:t>
            </a:fld>
            <a:endParaRPr lang="en-US">
              <a:solidFill>
                <a:srgbClr val="4E5B6F"/>
              </a:solidFill>
            </a:endParaRPr>
          </a:p>
        </p:txBody>
      </p:sp>
    </p:spTree>
    <p:extLst>
      <p:ext uri="{BB962C8B-B14F-4D97-AF65-F5344CB8AC3E}">
        <p14:creationId xmlns="" xmlns:p14="http://schemas.microsoft.com/office/powerpoint/2010/main" val="1767737976"/>
      </p:ext>
    </p:extLst>
  </p:cSld>
  <p:clrMapOvr>
    <a:masterClrMapping/>
  </p:clrMapOvr>
  <p:transition>
    <p:cove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p:txBody>
          <a:bodyPr/>
          <a:lstStyle/>
          <a:p>
            <a:endParaRPr lang="en-US">
              <a:solidFill>
                <a:srgbClr val="4E5B6F"/>
              </a:solidFill>
            </a:endParaRP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1757509628"/>
      </p:ext>
    </p:extLst>
  </p:cSld>
  <p:clrMapOvr>
    <a:masterClrMapping/>
  </p:clrMapOvr>
  <p:transition>
    <p:cove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p:txBody>
          <a:bodyPr/>
          <a:lstStyle/>
          <a:p>
            <a:endParaRPr lang="en-US">
              <a:solidFill>
                <a:srgbClr val="4E5B6F"/>
              </a:solidFill>
            </a:endParaRPr>
          </a:p>
        </p:txBody>
      </p:sp>
    </p:spTree>
    <p:extLst>
      <p:ext uri="{BB962C8B-B14F-4D97-AF65-F5344CB8AC3E}">
        <p14:creationId xmlns="" xmlns:p14="http://schemas.microsoft.com/office/powerpoint/2010/main" val="3474511297"/>
      </p:ext>
    </p:extLst>
  </p:cSld>
  <p:clrMapOvr>
    <a:masterClrMapping/>
  </p:clrMapOvr>
  <p:transition>
    <p:cove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0" name="Slide Number Placeholder 9"/>
          <p:cNvSpPr>
            <a:spLocks noGrp="1"/>
          </p:cNvSpPr>
          <p:nvPr>
            <p:ph type="sldNum" sz="quarter" idx="16"/>
          </p:nvPr>
        </p:nvSpPr>
        <p:spPr/>
        <p:txBody>
          <a:bodyPr rtlCol="0"/>
          <a:lstStyle/>
          <a:p>
            <a:fld id="{16AA645C-BDC5-4D0A-B00F-BD8F162A46FD}"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solidFill>
                <a:srgbClr val="4E5B6F"/>
              </a:solidFill>
            </a:endParaRPr>
          </a:p>
        </p:txBody>
      </p:sp>
    </p:spTree>
    <p:extLst>
      <p:ext uri="{BB962C8B-B14F-4D97-AF65-F5344CB8AC3E}">
        <p14:creationId xmlns="" xmlns:p14="http://schemas.microsoft.com/office/powerpoint/2010/main" val="3538930645"/>
      </p:ext>
    </p:extLst>
  </p:cSld>
  <p:clrMapOvr>
    <a:masterClrMapping/>
  </p:clrMapOvr>
  <p:transition>
    <p:cove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2" name="Slide Number Placeholder 11"/>
          <p:cNvSpPr>
            <a:spLocks noGrp="1"/>
          </p:cNvSpPr>
          <p:nvPr>
            <p:ph type="sldNum" sz="quarter" idx="16"/>
          </p:nvPr>
        </p:nvSpPr>
        <p:spPr/>
        <p:txBody>
          <a:bodyPr rtlCol="0"/>
          <a:lstStyle/>
          <a:p>
            <a:fld id="{16AA645C-BDC5-4D0A-B00F-BD8F162A46FD}"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solidFill>
                <a:srgbClr val="4E5B6F"/>
              </a:solidFill>
            </a:endParaRP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extLst>
      <p:ext uri="{BB962C8B-B14F-4D97-AF65-F5344CB8AC3E}">
        <p14:creationId xmlns="" xmlns:p14="http://schemas.microsoft.com/office/powerpoint/2010/main" val="4130163868"/>
      </p:ext>
    </p:extLst>
  </p:cSld>
  <p:clrMapOvr>
    <a:masterClrMapping/>
  </p:clrMapOvr>
  <p:transition>
    <p:cove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4" name="Footer Placeholder 3"/>
          <p:cNvSpPr>
            <a:spLocks noGrp="1"/>
          </p:cNvSpPr>
          <p:nvPr>
            <p:ph type="ftr" sz="quarter" idx="11"/>
          </p:nvPr>
        </p:nvSpPr>
        <p:spPr/>
        <p:txBody>
          <a:bodyPr/>
          <a:lstStyle/>
          <a:p>
            <a:endParaRPr lang="en-US">
              <a:solidFill>
                <a:srgbClr val="4E5B6F"/>
              </a:solidFill>
            </a:endParaRPr>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1917635739"/>
      </p:ext>
    </p:extLst>
  </p:cSld>
  <p:clrMapOvr>
    <a:masterClrMapping/>
  </p:clrMapOvr>
  <p:transition>
    <p:cove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3" name="Footer Placeholder 2"/>
          <p:cNvSpPr>
            <a:spLocks noGrp="1"/>
          </p:cNvSpPr>
          <p:nvPr>
            <p:ph type="ftr" sz="quarter" idx="11"/>
          </p:nvPr>
        </p:nvSpPr>
        <p:spPr/>
        <p:txBody>
          <a:bodyPr/>
          <a:lstStyle/>
          <a:p>
            <a:endParaRPr lang="en-US">
              <a:solidFill>
                <a:srgbClr val="4E5B6F"/>
              </a:solidFill>
            </a:endParaRP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16AA645C-BDC5-4D0A-B00F-BD8F162A46FD}" type="slidenum">
              <a:rPr lang="en-US" smtClean="0">
                <a:solidFill>
                  <a:srgbClr val="4E5B6F"/>
                </a:solidFill>
              </a:rPr>
              <a:pPr/>
              <a:t>‹#›</a:t>
            </a:fld>
            <a:endParaRPr lang="en-US">
              <a:solidFill>
                <a:srgbClr val="4E5B6F"/>
              </a:solidFill>
            </a:endParaRPr>
          </a:p>
        </p:txBody>
      </p:sp>
    </p:spTree>
    <p:extLst>
      <p:ext uri="{BB962C8B-B14F-4D97-AF65-F5344CB8AC3E}">
        <p14:creationId xmlns="" xmlns:p14="http://schemas.microsoft.com/office/powerpoint/2010/main" val="971886414"/>
      </p:ext>
    </p:extLst>
  </p:cSld>
  <p:clrMapOvr>
    <a:masterClrMapping/>
  </p:clrMapOvr>
  <p:transition>
    <p:cove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6" name="Footer Placeholder 5"/>
          <p:cNvSpPr>
            <a:spLocks noGrp="1"/>
          </p:cNvSpPr>
          <p:nvPr>
            <p:ph type="ftr" sz="quarter" idx="11"/>
          </p:nvPr>
        </p:nvSpPr>
        <p:spPr/>
        <p:txBody>
          <a:bodyPr/>
          <a:lstStyle/>
          <a:p>
            <a:endParaRPr lang="en-US">
              <a:solidFill>
                <a:srgbClr val="4E5B6F"/>
              </a:solidFill>
            </a:endParaRPr>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3777736695"/>
      </p:ext>
    </p:extLst>
  </p:cSld>
  <p:clrMapOvr>
    <a:masterClrMapping/>
  </p:clrMapOvr>
  <p:transition>
    <p:cove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Date Placeholder 11"/>
          <p:cNvSpPr>
            <a:spLocks noGrp="1"/>
          </p:cNvSpPr>
          <p:nvPr>
            <p:ph type="dt" sz="half" idx="10"/>
          </p:nvPr>
        </p:nvSpPr>
        <p:spPr>
          <a:xfrm>
            <a:off x="6248400" y="6248400"/>
            <a:ext cx="2667000" cy="365125"/>
          </a:xfrm>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solidFill>
                <a:srgbClr val="4E5B6F"/>
              </a:solidFill>
            </a:endParaRP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extLst>
      <p:ext uri="{BB962C8B-B14F-4D97-AF65-F5344CB8AC3E}">
        <p14:creationId xmlns="" xmlns:p14="http://schemas.microsoft.com/office/powerpoint/2010/main" val="2916933711"/>
      </p:ext>
    </p:extLst>
  </p:cSld>
  <p:clrMapOvr>
    <a:masterClrMapping/>
  </p:clrMapOvr>
  <p:transition>
    <p:cove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p:txBody>
          <a:bodyPr/>
          <a:lstStyle/>
          <a:p>
            <a:endParaRPr lang="en-US">
              <a:solidFill>
                <a:srgbClr val="4E5B6F"/>
              </a:solidFill>
            </a:endParaRPr>
          </a:p>
        </p:txBody>
      </p:sp>
      <p:sp>
        <p:nvSpPr>
          <p:cNvPr id="6" name="Slide Number Placeholder 5"/>
          <p:cNvSpPr>
            <a:spLocks noGrp="1"/>
          </p:cNvSpPr>
          <p:nvPr>
            <p:ph type="sldNum" sz="quarter" idx="12"/>
          </p:nvPr>
        </p:nvSpPr>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4022692487"/>
      </p:ext>
    </p:extLst>
  </p:cSld>
  <p:clrMapOvr>
    <a:masterClrMapping/>
  </p:clrMapOvr>
  <p:transition>
    <p:cove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a:xfrm>
            <a:off x="457201" y="6248207"/>
            <a:ext cx="5573483" cy="365125"/>
          </a:xfrm>
        </p:spPr>
        <p:txBody>
          <a:bodyPr/>
          <a:lstStyle/>
          <a:p>
            <a:endParaRPr lang="en-US">
              <a:solidFill>
                <a:srgbClr val="4E5B6F"/>
              </a:solidFill>
            </a:endParaRPr>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Slide Number Placeholder 5"/>
          <p:cNvSpPr>
            <a:spLocks noGrp="1"/>
          </p:cNvSpPr>
          <p:nvPr>
            <p:ph type="sldNum" sz="quarter" idx="12"/>
          </p:nvPr>
        </p:nvSpPr>
        <p:spPr>
          <a:xfrm rot="5400000">
            <a:off x="5989638" y="144462"/>
            <a:ext cx="533400" cy="244476"/>
          </a:xfrm>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1733895345"/>
      </p:ext>
    </p:extLst>
  </p:cSld>
  <p:clrMapOvr>
    <a:masterClrMapping/>
  </p:clrMapOvr>
  <p:transition>
    <p:cove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848F51FB-F9FC-4CDB-8176-F3AB6CEF69B2}" type="datetimeFigureOut">
              <a:rPr lang="en-US" smtClean="0"/>
              <a:pPr/>
              <a:t>7/12/2022</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solidFill>
                <a:srgbClr val="4E5B6F"/>
              </a:solidFill>
            </a:endParaRPr>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16AA645C-BDC5-4D0A-B00F-BD8F162A46FD}" type="slidenum">
              <a:rPr lang="en-US" smtClean="0">
                <a:solidFill>
                  <a:srgbClr val="4E5B6F"/>
                </a:solidFill>
              </a:rPr>
              <a:pPr/>
              <a:t>‹#›</a:t>
            </a:fld>
            <a:endParaRPr lang="en-US">
              <a:solidFill>
                <a:srgbClr val="4E5B6F"/>
              </a:solidFill>
            </a:endParaRPr>
          </a:p>
        </p:txBody>
      </p:sp>
    </p:spTree>
    <p:extLst>
      <p:ext uri="{BB962C8B-B14F-4D97-AF65-F5344CB8AC3E}">
        <p14:creationId xmlns="" xmlns:p14="http://schemas.microsoft.com/office/powerpoint/2010/main" val="109550425"/>
      </p:ext>
    </p:extLst>
  </p:cSld>
  <p:clrMapOvr>
    <a:masterClrMapping/>
  </p:clrMapOvr>
  <p:transition>
    <p:cove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p:txBody>
          <a:bodyPr/>
          <a:lstStyle/>
          <a:p>
            <a:endParaRPr lang="en-US">
              <a:solidFill>
                <a:srgbClr val="4E5B6F"/>
              </a:solidFill>
            </a:endParaRP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1034871266"/>
      </p:ext>
    </p:extLst>
  </p:cSld>
  <p:clrMapOvr>
    <a:masterClrMapping/>
  </p:clrMapOvr>
  <p:transition>
    <p:cove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p:txBody>
          <a:bodyPr/>
          <a:lstStyle/>
          <a:p>
            <a:endParaRPr lang="en-US">
              <a:solidFill>
                <a:srgbClr val="4E5B6F"/>
              </a:solidFill>
            </a:endParaRPr>
          </a:p>
        </p:txBody>
      </p:sp>
    </p:spTree>
    <p:extLst>
      <p:ext uri="{BB962C8B-B14F-4D97-AF65-F5344CB8AC3E}">
        <p14:creationId xmlns="" xmlns:p14="http://schemas.microsoft.com/office/powerpoint/2010/main" val="337592296"/>
      </p:ext>
    </p:extLst>
  </p:cSld>
  <p:clrMapOvr>
    <a:masterClrMapping/>
  </p:clrMapOvr>
  <p:transition>
    <p:cove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0" name="Slide Number Placeholder 9"/>
          <p:cNvSpPr>
            <a:spLocks noGrp="1"/>
          </p:cNvSpPr>
          <p:nvPr>
            <p:ph type="sldNum" sz="quarter" idx="16"/>
          </p:nvPr>
        </p:nvSpPr>
        <p:spPr/>
        <p:txBody>
          <a:bodyPr rtlCol="0"/>
          <a:lstStyle/>
          <a:p>
            <a:fld id="{16AA645C-BDC5-4D0A-B00F-BD8F162A46FD}"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solidFill>
                <a:srgbClr val="4E5B6F"/>
              </a:solidFill>
            </a:endParaRPr>
          </a:p>
        </p:txBody>
      </p:sp>
    </p:spTree>
    <p:extLst>
      <p:ext uri="{BB962C8B-B14F-4D97-AF65-F5344CB8AC3E}">
        <p14:creationId xmlns="" xmlns:p14="http://schemas.microsoft.com/office/powerpoint/2010/main" val="2899911608"/>
      </p:ext>
    </p:extLst>
  </p:cSld>
  <p:clrMapOvr>
    <a:masterClrMapping/>
  </p:clrMapOvr>
  <p:transition>
    <p:cove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2" name="Slide Number Placeholder 11"/>
          <p:cNvSpPr>
            <a:spLocks noGrp="1"/>
          </p:cNvSpPr>
          <p:nvPr>
            <p:ph type="sldNum" sz="quarter" idx="16"/>
          </p:nvPr>
        </p:nvSpPr>
        <p:spPr/>
        <p:txBody>
          <a:bodyPr rtlCol="0"/>
          <a:lstStyle/>
          <a:p>
            <a:fld id="{16AA645C-BDC5-4D0A-B00F-BD8F162A46FD}"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solidFill>
                <a:srgbClr val="4E5B6F"/>
              </a:solidFill>
            </a:endParaRP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extLst>
      <p:ext uri="{BB962C8B-B14F-4D97-AF65-F5344CB8AC3E}">
        <p14:creationId xmlns="" xmlns:p14="http://schemas.microsoft.com/office/powerpoint/2010/main" val="4083962455"/>
      </p:ext>
    </p:extLst>
  </p:cSld>
  <p:clrMapOvr>
    <a:masterClrMapping/>
  </p:clrMapOvr>
  <p:transition>
    <p:cove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4" name="Footer Placeholder 3"/>
          <p:cNvSpPr>
            <a:spLocks noGrp="1"/>
          </p:cNvSpPr>
          <p:nvPr>
            <p:ph type="ftr" sz="quarter" idx="11"/>
          </p:nvPr>
        </p:nvSpPr>
        <p:spPr/>
        <p:txBody>
          <a:bodyPr/>
          <a:lstStyle/>
          <a:p>
            <a:endParaRPr lang="en-US">
              <a:solidFill>
                <a:srgbClr val="4E5B6F"/>
              </a:solidFill>
            </a:endParaRPr>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617361814"/>
      </p:ext>
    </p:extLst>
  </p:cSld>
  <p:clrMapOvr>
    <a:masterClrMapping/>
  </p:clrMapOvr>
  <p:transition>
    <p:cove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3" name="Footer Placeholder 2"/>
          <p:cNvSpPr>
            <a:spLocks noGrp="1"/>
          </p:cNvSpPr>
          <p:nvPr>
            <p:ph type="ftr" sz="quarter" idx="11"/>
          </p:nvPr>
        </p:nvSpPr>
        <p:spPr/>
        <p:txBody>
          <a:bodyPr/>
          <a:lstStyle/>
          <a:p>
            <a:endParaRPr lang="en-US">
              <a:solidFill>
                <a:srgbClr val="4E5B6F"/>
              </a:solidFill>
            </a:endParaRP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16AA645C-BDC5-4D0A-B00F-BD8F162A46FD}" type="slidenum">
              <a:rPr lang="en-US" smtClean="0">
                <a:solidFill>
                  <a:srgbClr val="4E5B6F"/>
                </a:solidFill>
              </a:rPr>
              <a:pPr/>
              <a:t>‹#›</a:t>
            </a:fld>
            <a:endParaRPr lang="en-US">
              <a:solidFill>
                <a:srgbClr val="4E5B6F"/>
              </a:solidFill>
            </a:endParaRPr>
          </a:p>
        </p:txBody>
      </p:sp>
    </p:spTree>
    <p:extLst>
      <p:ext uri="{BB962C8B-B14F-4D97-AF65-F5344CB8AC3E}">
        <p14:creationId xmlns="" xmlns:p14="http://schemas.microsoft.com/office/powerpoint/2010/main" val="4256269761"/>
      </p:ext>
    </p:extLst>
  </p:cSld>
  <p:clrMapOvr>
    <a:masterClrMapping/>
  </p:clrMapOvr>
  <p:transition>
    <p:cove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6" name="Footer Placeholder 5"/>
          <p:cNvSpPr>
            <a:spLocks noGrp="1"/>
          </p:cNvSpPr>
          <p:nvPr>
            <p:ph type="ftr" sz="quarter" idx="11"/>
          </p:nvPr>
        </p:nvSpPr>
        <p:spPr/>
        <p:txBody>
          <a:bodyPr/>
          <a:lstStyle/>
          <a:p>
            <a:endParaRPr lang="en-US">
              <a:solidFill>
                <a:srgbClr val="4E5B6F"/>
              </a:solidFill>
            </a:endParaRPr>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4089427966"/>
      </p:ext>
    </p:extLst>
  </p:cSld>
  <p:clrMapOvr>
    <a:masterClrMapping/>
  </p:clrMapOvr>
  <p:transition>
    <p:cove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Date Placeholder 11"/>
          <p:cNvSpPr>
            <a:spLocks noGrp="1"/>
          </p:cNvSpPr>
          <p:nvPr>
            <p:ph type="dt" sz="half" idx="10"/>
          </p:nvPr>
        </p:nvSpPr>
        <p:spPr>
          <a:xfrm>
            <a:off x="6248400" y="6248400"/>
            <a:ext cx="2667000" cy="365125"/>
          </a:xfrm>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solidFill>
                <a:srgbClr val="4E5B6F"/>
              </a:solidFill>
            </a:endParaRP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extLst>
      <p:ext uri="{BB962C8B-B14F-4D97-AF65-F5344CB8AC3E}">
        <p14:creationId xmlns="" xmlns:p14="http://schemas.microsoft.com/office/powerpoint/2010/main" val="1199940117"/>
      </p:ext>
    </p:extLst>
  </p:cSld>
  <p:clrMapOvr>
    <a:masterClrMapping/>
  </p:clrMapOvr>
  <p:transition>
    <p:cove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p:txBody>
          <a:bodyPr/>
          <a:lstStyle/>
          <a:p>
            <a:endParaRPr lang="en-US">
              <a:solidFill>
                <a:srgbClr val="4E5B6F"/>
              </a:solidFill>
            </a:endParaRPr>
          </a:p>
        </p:txBody>
      </p:sp>
      <p:sp>
        <p:nvSpPr>
          <p:cNvPr id="6" name="Slide Number Placeholder 5"/>
          <p:cNvSpPr>
            <a:spLocks noGrp="1"/>
          </p:cNvSpPr>
          <p:nvPr>
            <p:ph type="sldNum" sz="quarter" idx="12"/>
          </p:nvPr>
        </p:nvSpPr>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2901081088"/>
      </p:ext>
    </p:extLst>
  </p:cSld>
  <p:clrMapOvr>
    <a:masterClrMapping/>
  </p:clrMapOvr>
  <p:transition>
    <p:cove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a:xfrm>
            <a:off x="457201" y="6248207"/>
            <a:ext cx="5573483" cy="365125"/>
          </a:xfrm>
        </p:spPr>
        <p:txBody>
          <a:bodyPr/>
          <a:lstStyle/>
          <a:p>
            <a:endParaRPr lang="en-US">
              <a:solidFill>
                <a:srgbClr val="4E5B6F"/>
              </a:solidFill>
            </a:endParaRPr>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Slide Number Placeholder 5"/>
          <p:cNvSpPr>
            <a:spLocks noGrp="1"/>
          </p:cNvSpPr>
          <p:nvPr>
            <p:ph type="sldNum" sz="quarter" idx="12"/>
          </p:nvPr>
        </p:nvSpPr>
        <p:spPr>
          <a:xfrm rot="5400000">
            <a:off x="5989638" y="144462"/>
            <a:ext cx="533400" cy="244476"/>
          </a:xfrm>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3130057743"/>
      </p:ext>
    </p:extLst>
  </p:cSld>
  <p:clrMapOvr>
    <a:masterClrMapping/>
  </p:clrMapOvr>
  <p:transition>
    <p:cove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848F51FB-F9FC-4CDB-8176-F3AB6CEF69B2}" type="datetimeFigureOut">
              <a:rPr lang="en-US" smtClean="0"/>
              <a:pPr/>
              <a:t>7/12/2022</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solidFill>
                <a:srgbClr val="4E5B6F"/>
              </a:solidFill>
            </a:endParaRPr>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16AA645C-BDC5-4D0A-B00F-BD8F162A46FD}" type="slidenum">
              <a:rPr lang="en-US" smtClean="0">
                <a:solidFill>
                  <a:srgbClr val="4E5B6F"/>
                </a:solidFill>
              </a:rPr>
              <a:pPr/>
              <a:t>‹#›</a:t>
            </a:fld>
            <a:endParaRPr lang="en-US">
              <a:solidFill>
                <a:srgbClr val="4E5B6F"/>
              </a:solidFill>
            </a:endParaRPr>
          </a:p>
        </p:txBody>
      </p:sp>
    </p:spTree>
    <p:extLst>
      <p:ext uri="{BB962C8B-B14F-4D97-AF65-F5344CB8AC3E}">
        <p14:creationId xmlns="" xmlns:p14="http://schemas.microsoft.com/office/powerpoint/2010/main" val="2253591001"/>
      </p:ext>
    </p:extLst>
  </p:cSld>
  <p:clrMapOvr>
    <a:masterClrMapping/>
  </p:clrMapOvr>
  <p:transition>
    <p:cove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p:txBody>
          <a:bodyPr/>
          <a:lstStyle/>
          <a:p>
            <a:endParaRPr lang="en-US">
              <a:solidFill>
                <a:srgbClr val="4E5B6F"/>
              </a:solidFill>
            </a:endParaRP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1375349138"/>
      </p:ext>
    </p:extLst>
  </p:cSld>
  <p:clrMapOvr>
    <a:masterClrMapping/>
  </p:clrMapOvr>
  <p:transition>
    <p:cove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p:txBody>
          <a:bodyPr/>
          <a:lstStyle/>
          <a:p>
            <a:endParaRPr lang="en-US">
              <a:solidFill>
                <a:srgbClr val="4E5B6F"/>
              </a:solidFill>
            </a:endParaRPr>
          </a:p>
        </p:txBody>
      </p:sp>
    </p:spTree>
    <p:extLst>
      <p:ext uri="{BB962C8B-B14F-4D97-AF65-F5344CB8AC3E}">
        <p14:creationId xmlns="" xmlns:p14="http://schemas.microsoft.com/office/powerpoint/2010/main" val="3753379392"/>
      </p:ext>
    </p:extLst>
  </p:cSld>
  <p:clrMapOvr>
    <a:masterClrMapping/>
  </p:clrMapOvr>
  <p:transition>
    <p:cove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0" name="Slide Number Placeholder 9"/>
          <p:cNvSpPr>
            <a:spLocks noGrp="1"/>
          </p:cNvSpPr>
          <p:nvPr>
            <p:ph type="sldNum" sz="quarter" idx="16"/>
          </p:nvPr>
        </p:nvSpPr>
        <p:spPr/>
        <p:txBody>
          <a:bodyPr rtlCol="0"/>
          <a:lstStyle/>
          <a:p>
            <a:fld id="{16AA645C-BDC5-4D0A-B00F-BD8F162A46FD}"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solidFill>
                <a:srgbClr val="4E5B6F"/>
              </a:solidFill>
            </a:endParaRPr>
          </a:p>
        </p:txBody>
      </p:sp>
    </p:spTree>
    <p:extLst>
      <p:ext uri="{BB962C8B-B14F-4D97-AF65-F5344CB8AC3E}">
        <p14:creationId xmlns="" xmlns:p14="http://schemas.microsoft.com/office/powerpoint/2010/main" val="568719404"/>
      </p:ext>
    </p:extLst>
  </p:cSld>
  <p:clrMapOvr>
    <a:masterClrMapping/>
  </p:clrMapOvr>
  <p:transition>
    <p:cove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2" name="Slide Number Placeholder 11"/>
          <p:cNvSpPr>
            <a:spLocks noGrp="1"/>
          </p:cNvSpPr>
          <p:nvPr>
            <p:ph type="sldNum" sz="quarter" idx="16"/>
          </p:nvPr>
        </p:nvSpPr>
        <p:spPr/>
        <p:txBody>
          <a:bodyPr rtlCol="0"/>
          <a:lstStyle/>
          <a:p>
            <a:fld id="{16AA645C-BDC5-4D0A-B00F-BD8F162A46FD}"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solidFill>
                <a:srgbClr val="4E5B6F"/>
              </a:solidFill>
            </a:endParaRP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extLst>
      <p:ext uri="{BB962C8B-B14F-4D97-AF65-F5344CB8AC3E}">
        <p14:creationId xmlns="" xmlns:p14="http://schemas.microsoft.com/office/powerpoint/2010/main" val="1307703933"/>
      </p:ext>
    </p:extLst>
  </p:cSld>
  <p:clrMapOvr>
    <a:masterClrMapping/>
  </p:clrMapOvr>
  <p:transition>
    <p:cove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4" name="Footer Placeholder 3"/>
          <p:cNvSpPr>
            <a:spLocks noGrp="1"/>
          </p:cNvSpPr>
          <p:nvPr>
            <p:ph type="ftr" sz="quarter" idx="11"/>
          </p:nvPr>
        </p:nvSpPr>
        <p:spPr/>
        <p:txBody>
          <a:bodyPr/>
          <a:lstStyle/>
          <a:p>
            <a:endParaRPr lang="en-US">
              <a:solidFill>
                <a:srgbClr val="4E5B6F"/>
              </a:solidFill>
            </a:endParaRPr>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3007543114"/>
      </p:ext>
    </p:extLst>
  </p:cSld>
  <p:clrMapOvr>
    <a:masterClrMapping/>
  </p:clrMapOvr>
  <p:transition>
    <p:cove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3" name="Footer Placeholder 2"/>
          <p:cNvSpPr>
            <a:spLocks noGrp="1"/>
          </p:cNvSpPr>
          <p:nvPr>
            <p:ph type="ftr" sz="quarter" idx="11"/>
          </p:nvPr>
        </p:nvSpPr>
        <p:spPr/>
        <p:txBody>
          <a:bodyPr/>
          <a:lstStyle/>
          <a:p>
            <a:endParaRPr lang="en-US">
              <a:solidFill>
                <a:srgbClr val="4E5B6F"/>
              </a:solidFill>
            </a:endParaRP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16AA645C-BDC5-4D0A-B00F-BD8F162A46FD}" type="slidenum">
              <a:rPr lang="en-US" smtClean="0">
                <a:solidFill>
                  <a:srgbClr val="4E5B6F"/>
                </a:solidFill>
              </a:rPr>
              <a:pPr/>
              <a:t>‹#›</a:t>
            </a:fld>
            <a:endParaRPr lang="en-US">
              <a:solidFill>
                <a:srgbClr val="4E5B6F"/>
              </a:solidFill>
            </a:endParaRPr>
          </a:p>
        </p:txBody>
      </p:sp>
    </p:spTree>
    <p:extLst>
      <p:ext uri="{BB962C8B-B14F-4D97-AF65-F5344CB8AC3E}">
        <p14:creationId xmlns="" xmlns:p14="http://schemas.microsoft.com/office/powerpoint/2010/main" val="401746375"/>
      </p:ext>
    </p:extLst>
  </p:cSld>
  <p:clrMapOvr>
    <a:masterClrMapping/>
  </p:clrMapOvr>
  <p:transition>
    <p:cove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6" name="Footer Placeholder 5"/>
          <p:cNvSpPr>
            <a:spLocks noGrp="1"/>
          </p:cNvSpPr>
          <p:nvPr>
            <p:ph type="ftr" sz="quarter" idx="11"/>
          </p:nvPr>
        </p:nvSpPr>
        <p:spPr/>
        <p:txBody>
          <a:bodyPr/>
          <a:lstStyle/>
          <a:p>
            <a:endParaRPr lang="en-US">
              <a:solidFill>
                <a:srgbClr val="4E5B6F"/>
              </a:solidFill>
            </a:endParaRPr>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1773927275"/>
      </p:ext>
    </p:extLst>
  </p:cSld>
  <p:clrMapOvr>
    <a:masterClrMapping/>
  </p:clrMapOvr>
  <p:transition>
    <p:cove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Date Placeholder 11"/>
          <p:cNvSpPr>
            <a:spLocks noGrp="1"/>
          </p:cNvSpPr>
          <p:nvPr>
            <p:ph type="dt" sz="half" idx="10"/>
          </p:nvPr>
        </p:nvSpPr>
        <p:spPr>
          <a:xfrm>
            <a:off x="6248400" y="6248400"/>
            <a:ext cx="2667000" cy="365125"/>
          </a:xfrm>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solidFill>
                <a:srgbClr val="4E5B6F"/>
              </a:solidFill>
            </a:endParaRP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extLst>
      <p:ext uri="{BB962C8B-B14F-4D97-AF65-F5344CB8AC3E}">
        <p14:creationId xmlns="" xmlns:p14="http://schemas.microsoft.com/office/powerpoint/2010/main" val="3044843012"/>
      </p:ext>
    </p:extLst>
  </p:cSld>
  <p:clrMapOvr>
    <a:masterClrMapping/>
  </p:clrMapOvr>
  <p:transition>
    <p:cove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p:txBody>
          <a:bodyPr/>
          <a:lstStyle/>
          <a:p>
            <a:endParaRPr lang="en-US">
              <a:solidFill>
                <a:srgbClr val="4E5B6F"/>
              </a:solidFill>
            </a:endParaRPr>
          </a:p>
        </p:txBody>
      </p:sp>
      <p:sp>
        <p:nvSpPr>
          <p:cNvPr id="6" name="Slide Number Placeholder 5"/>
          <p:cNvSpPr>
            <a:spLocks noGrp="1"/>
          </p:cNvSpPr>
          <p:nvPr>
            <p:ph type="sldNum" sz="quarter" idx="12"/>
          </p:nvPr>
        </p:nvSpPr>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4275325061"/>
      </p:ext>
    </p:extLst>
  </p:cSld>
  <p:clrMapOvr>
    <a:masterClrMapping/>
  </p:clrMapOvr>
  <p:transition>
    <p:cove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a:xfrm>
            <a:off x="457201" y="6248207"/>
            <a:ext cx="5573483" cy="365125"/>
          </a:xfrm>
        </p:spPr>
        <p:txBody>
          <a:bodyPr/>
          <a:lstStyle/>
          <a:p>
            <a:endParaRPr lang="en-US">
              <a:solidFill>
                <a:srgbClr val="4E5B6F"/>
              </a:solidFill>
            </a:endParaRPr>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Slide Number Placeholder 5"/>
          <p:cNvSpPr>
            <a:spLocks noGrp="1"/>
          </p:cNvSpPr>
          <p:nvPr>
            <p:ph type="sldNum" sz="quarter" idx="12"/>
          </p:nvPr>
        </p:nvSpPr>
        <p:spPr>
          <a:xfrm rot="5400000">
            <a:off x="5989638" y="144462"/>
            <a:ext cx="533400" cy="244476"/>
          </a:xfrm>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405663913"/>
      </p:ext>
    </p:extLst>
  </p:cSld>
  <p:clrMapOvr>
    <a:masterClrMapping/>
  </p:clrMapOvr>
  <p:transition>
    <p:cove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848F51FB-F9FC-4CDB-8176-F3AB6CEF69B2}" type="datetimeFigureOut">
              <a:rPr lang="en-US" smtClean="0"/>
              <a:pPr/>
              <a:t>7/12/2022</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solidFill>
                <a:srgbClr val="4E5B6F"/>
              </a:solidFill>
            </a:endParaRPr>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16AA645C-BDC5-4D0A-B00F-BD8F162A46FD}" type="slidenum">
              <a:rPr lang="en-US" smtClean="0">
                <a:solidFill>
                  <a:srgbClr val="4E5B6F"/>
                </a:solidFill>
              </a:rPr>
              <a:pPr/>
              <a:t>‹#›</a:t>
            </a:fld>
            <a:endParaRPr lang="en-US">
              <a:solidFill>
                <a:srgbClr val="4E5B6F"/>
              </a:solidFill>
            </a:endParaRPr>
          </a:p>
        </p:txBody>
      </p:sp>
    </p:spTree>
    <p:extLst>
      <p:ext uri="{BB962C8B-B14F-4D97-AF65-F5344CB8AC3E}">
        <p14:creationId xmlns="" xmlns:p14="http://schemas.microsoft.com/office/powerpoint/2010/main" val="1368095687"/>
      </p:ext>
    </p:extLst>
  </p:cSld>
  <p:clrMapOvr>
    <a:masterClrMapping/>
  </p:clrMapOvr>
  <p:transition>
    <p:cove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p:txBody>
          <a:bodyPr/>
          <a:lstStyle/>
          <a:p>
            <a:endParaRPr lang="en-US">
              <a:solidFill>
                <a:srgbClr val="4E5B6F"/>
              </a:solidFill>
            </a:endParaRP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703535718"/>
      </p:ext>
    </p:extLst>
  </p:cSld>
  <p:clrMapOvr>
    <a:masterClrMapping/>
  </p:clrMapOvr>
  <p:transition>
    <p:cove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p:txBody>
          <a:bodyPr/>
          <a:lstStyle/>
          <a:p>
            <a:endParaRPr lang="en-US">
              <a:solidFill>
                <a:srgbClr val="4E5B6F"/>
              </a:solidFill>
            </a:endParaRPr>
          </a:p>
        </p:txBody>
      </p:sp>
    </p:spTree>
    <p:extLst>
      <p:ext uri="{BB962C8B-B14F-4D97-AF65-F5344CB8AC3E}">
        <p14:creationId xmlns="" xmlns:p14="http://schemas.microsoft.com/office/powerpoint/2010/main" val="826919966"/>
      </p:ext>
    </p:extLst>
  </p:cSld>
  <p:clrMapOvr>
    <a:masterClrMapping/>
  </p:clrMapOvr>
  <p:transition>
    <p:cove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0" name="Slide Number Placeholder 9"/>
          <p:cNvSpPr>
            <a:spLocks noGrp="1"/>
          </p:cNvSpPr>
          <p:nvPr>
            <p:ph type="sldNum" sz="quarter" idx="16"/>
          </p:nvPr>
        </p:nvSpPr>
        <p:spPr/>
        <p:txBody>
          <a:bodyPr rtlCol="0"/>
          <a:lstStyle/>
          <a:p>
            <a:fld id="{16AA645C-BDC5-4D0A-B00F-BD8F162A46FD}"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solidFill>
                <a:srgbClr val="4E5B6F"/>
              </a:solidFill>
            </a:endParaRPr>
          </a:p>
        </p:txBody>
      </p:sp>
    </p:spTree>
    <p:extLst>
      <p:ext uri="{BB962C8B-B14F-4D97-AF65-F5344CB8AC3E}">
        <p14:creationId xmlns="" xmlns:p14="http://schemas.microsoft.com/office/powerpoint/2010/main" val="1942134403"/>
      </p:ext>
    </p:extLst>
  </p:cSld>
  <p:clrMapOvr>
    <a:masterClrMapping/>
  </p:clrMapOvr>
  <p:transition>
    <p:cove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2" name="Slide Number Placeholder 11"/>
          <p:cNvSpPr>
            <a:spLocks noGrp="1"/>
          </p:cNvSpPr>
          <p:nvPr>
            <p:ph type="sldNum" sz="quarter" idx="16"/>
          </p:nvPr>
        </p:nvSpPr>
        <p:spPr/>
        <p:txBody>
          <a:bodyPr rtlCol="0"/>
          <a:lstStyle/>
          <a:p>
            <a:fld id="{16AA645C-BDC5-4D0A-B00F-BD8F162A46FD}"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solidFill>
                <a:srgbClr val="4E5B6F"/>
              </a:solidFill>
            </a:endParaRP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extLst>
      <p:ext uri="{BB962C8B-B14F-4D97-AF65-F5344CB8AC3E}">
        <p14:creationId xmlns="" xmlns:p14="http://schemas.microsoft.com/office/powerpoint/2010/main" val="4245271582"/>
      </p:ext>
    </p:extLst>
  </p:cSld>
  <p:clrMapOvr>
    <a:masterClrMapping/>
  </p:clrMapOvr>
  <p:transition>
    <p:cove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4" name="Footer Placeholder 3"/>
          <p:cNvSpPr>
            <a:spLocks noGrp="1"/>
          </p:cNvSpPr>
          <p:nvPr>
            <p:ph type="ftr" sz="quarter" idx="11"/>
          </p:nvPr>
        </p:nvSpPr>
        <p:spPr/>
        <p:txBody>
          <a:bodyPr/>
          <a:lstStyle/>
          <a:p>
            <a:endParaRPr lang="en-US">
              <a:solidFill>
                <a:srgbClr val="4E5B6F"/>
              </a:solidFill>
            </a:endParaRPr>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3531362892"/>
      </p:ext>
    </p:extLst>
  </p:cSld>
  <p:clrMapOvr>
    <a:masterClrMapping/>
  </p:clrMapOvr>
  <p:transition>
    <p:cove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3" name="Footer Placeholder 2"/>
          <p:cNvSpPr>
            <a:spLocks noGrp="1"/>
          </p:cNvSpPr>
          <p:nvPr>
            <p:ph type="ftr" sz="quarter" idx="11"/>
          </p:nvPr>
        </p:nvSpPr>
        <p:spPr/>
        <p:txBody>
          <a:bodyPr/>
          <a:lstStyle/>
          <a:p>
            <a:endParaRPr lang="en-US">
              <a:solidFill>
                <a:srgbClr val="4E5B6F"/>
              </a:solidFill>
            </a:endParaRP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16AA645C-BDC5-4D0A-B00F-BD8F162A46FD}" type="slidenum">
              <a:rPr lang="en-US" smtClean="0">
                <a:solidFill>
                  <a:srgbClr val="4E5B6F"/>
                </a:solidFill>
              </a:rPr>
              <a:pPr/>
              <a:t>‹#›</a:t>
            </a:fld>
            <a:endParaRPr lang="en-US">
              <a:solidFill>
                <a:srgbClr val="4E5B6F"/>
              </a:solidFill>
            </a:endParaRPr>
          </a:p>
        </p:txBody>
      </p:sp>
    </p:spTree>
    <p:extLst>
      <p:ext uri="{BB962C8B-B14F-4D97-AF65-F5344CB8AC3E}">
        <p14:creationId xmlns="" xmlns:p14="http://schemas.microsoft.com/office/powerpoint/2010/main" val="2903840444"/>
      </p:ext>
    </p:extLst>
  </p:cSld>
  <p:clrMapOvr>
    <a:masterClrMapping/>
  </p:clrMapOvr>
  <p:transition>
    <p:cove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6" name="Footer Placeholder 5"/>
          <p:cNvSpPr>
            <a:spLocks noGrp="1"/>
          </p:cNvSpPr>
          <p:nvPr>
            <p:ph type="ftr" sz="quarter" idx="11"/>
          </p:nvPr>
        </p:nvSpPr>
        <p:spPr/>
        <p:txBody>
          <a:bodyPr/>
          <a:lstStyle/>
          <a:p>
            <a:endParaRPr lang="en-US">
              <a:solidFill>
                <a:srgbClr val="4E5B6F"/>
              </a:solidFill>
            </a:endParaRPr>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2738931650"/>
      </p:ext>
    </p:extLst>
  </p:cSld>
  <p:clrMapOvr>
    <a:masterClrMapping/>
  </p:clrMapOvr>
  <p:transition>
    <p:cove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Date Placeholder 11"/>
          <p:cNvSpPr>
            <a:spLocks noGrp="1"/>
          </p:cNvSpPr>
          <p:nvPr>
            <p:ph type="dt" sz="half" idx="10"/>
          </p:nvPr>
        </p:nvSpPr>
        <p:spPr>
          <a:xfrm>
            <a:off x="6248400" y="6248400"/>
            <a:ext cx="2667000" cy="365125"/>
          </a:xfrm>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solidFill>
                <a:srgbClr val="4E5B6F"/>
              </a:solidFill>
            </a:endParaRP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extLst>
      <p:ext uri="{BB962C8B-B14F-4D97-AF65-F5344CB8AC3E}">
        <p14:creationId xmlns="" xmlns:p14="http://schemas.microsoft.com/office/powerpoint/2010/main" val="221736448"/>
      </p:ext>
    </p:extLst>
  </p:cSld>
  <p:clrMapOvr>
    <a:masterClrMapping/>
  </p:clrMapOvr>
  <p:transition>
    <p:cove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p:txBody>
          <a:bodyPr/>
          <a:lstStyle/>
          <a:p>
            <a:endParaRPr lang="en-US">
              <a:solidFill>
                <a:srgbClr val="4E5B6F"/>
              </a:solidFill>
            </a:endParaRPr>
          </a:p>
        </p:txBody>
      </p:sp>
      <p:sp>
        <p:nvSpPr>
          <p:cNvPr id="6" name="Slide Number Placeholder 5"/>
          <p:cNvSpPr>
            <a:spLocks noGrp="1"/>
          </p:cNvSpPr>
          <p:nvPr>
            <p:ph type="sldNum" sz="quarter" idx="12"/>
          </p:nvPr>
        </p:nvSpPr>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3370551081"/>
      </p:ext>
    </p:extLst>
  </p:cSld>
  <p:clrMapOvr>
    <a:masterClrMapping/>
  </p:clrMapOvr>
  <p:transition>
    <p:cove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a:xfrm>
            <a:off x="457201" y="6248207"/>
            <a:ext cx="5573483" cy="365125"/>
          </a:xfrm>
        </p:spPr>
        <p:txBody>
          <a:bodyPr/>
          <a:lstStyle/>
          <a:p>
            <a:endParaRPr lang="en-US">
              <a:solidFill>
                <a:srgbClr val="4E5B6F"/>
              </a:solidFill>
            </a:endParaRPr>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Slide Number Placeholder 5"/>
          <p:cNvSpPr>
            <a:spLocks noGrp="1"/>
          </p:cNvSpPr>
          <p:nvPr>
            <p:ph type="sldNum" sz="quarter" idx="12"/>
          </p:nvPr>
        </p:nvSpPr>
        <p:spPr>
          <a:xfrm rot="5400000">
            <a:off x="5989638" y="144462"/>
            <a:ext cx="533400" cy="244476"/>
          </a:xfrm>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515257955"/>
      </p:ext>
    </p:extLst>
  </p:cSld>
  <p:clrMapOvr>
    <a:masterClrMapping/>
  </p:clrMapOvr>
  <p:transition>
    <p:cove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848F51FB-F9FC-4CDB-8176-F3AB6CEF69B2}" type="datetimeFigureOut">
              <a:rPr lang="en-US" smtClean="0"/>
              <a:pPr/>
              <a:t>7/12/2022</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solidFill>
                <a:srgbClr val="4E5B6F"/>
              </a:solidFill>
            </a:endParaRPr>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16AA645C-BDC5-4D0A-B00F-BD8F162A46FD}" type="slidenum">
              <a:rPr lang="en-US" smtClean="0">
                <a:solidFill>
                  <a:srgbClr val="4E5B6F"/>
                </a:solidFill>
              </a:rPr>
              <a:pPr/>
              <a:t>‹#›</a:t>
            </a:fld>
            <a:endParaRPr lang="en-US">
              <a:solidFill>
                <a:srgbClr val="4E5B6F"/>
              </a:solidFill>
            </a:endParaRPr>
          </a:p>
        </p:txBody>
      </p:sp>
    </p:spTree>
    <p:extLst>
      <p:ext uri="{BB962C8B-B14F-4D97-AF65-F5344CB8AC3E}">
        <p14:creationId xmlns="" xmlns:p14="http://schemas.microsoft.com/office/powerpoint/2010/main" val="1230201587"/>
      </p:ext>
    </p:extLst>
  </p:cSld>
  <p:clrMapOvr>
    <a:masterClrMapping/>
  </p:clrMapOvr>
  <p:transition>
    <p:cove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p:txBody>
          <a:bodyPr/>
          <a:lstStyle/>
          <a:p>
            <a:endParaRPr lang="en-US">
              <a:solidFill>
                <a:srgbClr val="4E5B6F"/>
              </a:solidFill>
            </a:endParaRP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4260536237"/>
      </p:ext>
    </p:extLst>
  </p:cSld>
  <p:clrMapOvr>
    <a:masterClrMapping/>
  </p:clrMapOvr>
  <p:transition>
    <p:cove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p:txBody>
          <a:bodyPr/>
          <a:lstStyle/>
          <a:p>
            <a:endParaRPr lang="en-US">
              <a:solidFill>
                <a:srgbClr val="4E5B6F"/>
              </a:solidFill>
            </a:endParaRPr>
          </a:p>
        </p:txBody>
      </p:sp>
    </p:spTree>
    <p:extLst>
      <p:ext uri="{BB962C8B-B14F-4D97-AF65-F5344CB8AC3E}">
        <p14:creationId xmlns="" xmlns:p14="http://schemas.microsoft.com/office/powerpoint/2010/main" val="573408325"/>
      </p:ext>
    </p:extLst>
  </p:cSld>
  <p:clrMapOvr>
    <a:masterClrMapping/>
  </p:clrMapOvr>
  <p:transition>
    <p:cove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0" name="Slide Number Placeholder 9"/>
          <p:cNvSpPr>
            <a:spLocks noGrp="1"/>
          </p:cNvSpPr>
          <p:nvPr>
            <p:ph type="sldNum" sz="quarter" idx="16"/>
          </p:nvPr>
        </p:nvSpPr>
        <p:spPr/>
        <p:txBody>
          <a:bodyPr rtlCol="0"/>
          <a:lstStyle/>
          <a:p>
            <a:fld id="{16AA645C-BDC5-4D0A-B00F-BD8F162A46FD}"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solidFill>
                <a:srgbClr val="4E5B6F"/>
              </a:solidFill>
            </a:endParaRPr>
          </a:p>
        </p:txBody>
      </p:sp>
    </p:spTree>
    <p:extLst>
      <p:ext uri="{BB962C8B-B14F-4D97-AF65-F5344CB8AC3E}">
        <p14:creationId xmlns="" xmlns:p14="http://schemas.microsoft.com/office/powerpoint/2010/main" val="2402222333"/>
      </p:ext>
    </p:extLst>
  </p:cSld>
  <p:clrMapOvr>
    <a:masterClrMapping/>
  </p:clrMapOvr>
  <p:transition>
    <p:cove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2" name="Slide Number Placeholder 11"/>
          <p:cNvSpPr>
            <a:spLocks noGrp="1"/>
          </p:cNvSpPr>
          <p:nvPr>
            <p:ph type="sldNum" sz="quarter" idx="16"/>
          </p:nvPr>
        </p:nvSpPr>
        <p:spPr/>
        <p:txBody>
          <a:bodyPr rtlCol="0"/>
          <a:lstStyle/>
          <a:p>
            <a:fld id="{16AA645C-BDC5-4D0A-B00F-BD8F162A46FD}"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solidFill>
                <a:srgbClr val="4E5B6F"/>
              </a:solidFill>
            </a:endParaRP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extLst>
      <p:ext uri="{BB962C8B-B14F-4D97-AF65-F5344CB8AC3E}">
        <p14:creationId xmlns="" xmlns:p14="http://schemas.microsoft.com/office/powerpoint/2010/main" val="2017492711"/>
      </p:ext>
    </p:extLst>
  </p:cSld>
  <p:clrMapOvr>
    <a:masterClrMapping/>
  </p:clrMapOvr>
  <p:transition>
    <p:cove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4" name="Footer Placeholder 3"/>
          <p:cNvSpPr>
            <a:spLocks noGrp="1"/>
          </p:cNvSpPr>
          <p:nvPr>
            <p:ph type="ftr" sz="quarter" idx="11"/>
          </p:nvPr>
        </p:nvSpPr>
        <p:spPr/>
        <p:txBody>
          <a:bodyPr/>
          <a:lstStyle/>
          <a:p>
            <a:endParaRPr lang="en-US">
              <a:solidFill>
                <a:srgbClr val="4E5B6F"/>
              </a:solidFill>
            </a:endParaRPr>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2310608930"/>
      </p:ext>
    </p:extLst>
  </p:cSld>
  <p:clrMapOvr>
    <a:masterClrMapping/>
  </p:clrMapOvr>
  <p:transition>
    <p:cove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3" name="Footer Placeholder 2"/>
          <p:cNvSpPr>
            <a:spLocks noGrp="1"/>
          </p:cNvSpPr>
          <p:nvPr>
            <p:ph type="ftr" sz="quarter" idx="11"/>
          </p:nvPr>
        </p:nvSpPr>
        <p:spPr/>
        <p:txBody>
          <a:bodyPr/>
          <a:lstStyle/>
          <a:p>
            <a:endParaRPr lang="en-US">
              <a:solidFill>
                <a:srgbClr val="4E5B6F"/>
              </a:solidFill>
            </a:endParaRP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16AA645C-BDC5-4D0A-B00F-BD8F162A46FD}" type="slidenum">
              <a:rPr lang="en-US" smtClean="0">
                <a:solidFill>
                  <a:srgbClr val="4E5B6F"/>
                </a:solidFill>
              </a:rPr>
              <a:pPr/>
              <a:t>‹#›</a:t>
            </a:fld>
            <a:endParaRPr lang="en-US">
              <a:solidFill>
                <a:srgbClr val="4E5B6F"/>
              </a:solidFill>
            </a:endParaRPr>
          </a:p>
        </p:txBody>
      </p:sp>
    </p:spTree>
    <p:extLst>
      <p:ext uri="{BB962C8B-B14F-4D97-AF65-F5344CB8AC3E}">
        <p14:creationId xmlns="" xmlns:p14="http://schemas.microsoft.com/office/powerpoint/2010/main" val="3924865296"/>
      </p:ext>
    </p:extLst>
  </p:cSld>
  <p:clrMapOvr>
    <a:masterClrMapping/>
  </p:clrMapOvr>
  <p:transition>
    <p:cove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6" name="Footer Placeholder 5"/>
          <p:cNvSpPr>
            <a:spLocks noGrp="1"/>
          </p:cNvSpPr>
          <p:nvPr>
            <p:ph type="ftr" sz="quarter" idx="11"/>
          </p:nvPr>
        </p:nvSpPr>
        <p:spPr/>
        <p:txBody>
          <a:bodyPr/>
          <a:lstStyle/>
          <a:p>
            <a:endParaRPr lang="en-US">
              <a:solidFill>
                <a:srgbClr val="4E5B6F"/>
              </a:solidFill>
            </a:endParaRPr>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1488467592"/>
      </p:ext>
    </p:extLst>
  </p:cSld>
  <p:clrMapOvr>
    <a:masterClrMapping/>
  </p:clrMapOvr>
  <p:transition>
    <p:cove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Date Placeholder 11"/>
          <p:cNvSpPr>
            <a:spLocks noGrp="1"/>
          </p:cNvSpPr>
          <p:nvPr>
            <p:ph type="dt" sz="half" idx="10"/>
          </p:nvPr>
        </p:nvSpPr>
        <p:spPr>
          <a:xfrm>
            <a:off x="6248400" y="6248400"/>
            <a:ext cx="2667000" cy="365125"/>
          </a:xfrm>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solidFill>
                <a:srgbClr val="4E5B6F"/>
              </a:solidFill>
            </a:endParaRP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extLst>
      <p:ext uri="{BB962C8B-B14F-4D97-AF65-F5344CB8AC3E}">
        <p14:creationId xmlns="" xmlns:p14="http://schemas.microsoft.com/office/powerpoint/2010/main" val="2042365605"/>
      </p:ext>
    </p:extLst>
  </p:cSld>
  <p:clrMapOvr>
    <a:masterClrMapping/>
  </p:clrMapOvr>
  <p:transition>
    <p:cove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p:txBody>
          <a:bodyPr/>
          <a:lstStyle/>
          <a:p>
            <a:endParaRPr lang="en-US">
              <a:solidFill>
                <a:srgbClr val="4E5B6F"/>
              </a:solidFill>
            </a:endParaRPr>
          </a:p>
        </p:txBody>
      </p:sp>
      <p:sp>
        <p:nvSpPr>
          <p:cNvPr id="6" name="Slide Number Placeholder 5"/>
          <p:cNvSpPr>
            <a:spLocks noGrp="1"/>
          </p:cNvSpPr>
          <p:nvPr>
            <p:ph type="sldNum" sz="quarter" idx="12"/>
          </p:nvPr>
        </p:nvSpPr>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1192118537"/>
      </p:ext>
    </p:extLst>
  </p:cSld>
  <p:clrMapOvr>
    <a:masterClrMapping/>
  </p:clrMapOvr>
  <p:transition>
    <p:cove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a:xfrm>
            <a:off x="457201" y="6248207"/>
            <a:ext cx="5573483" cy="365125"/>
          </a:xfrm>
        </p:spPr>
        <p:txBody>
          <a:bodyPr/>
          <a:lstStyle/>
          <a:p>
            <a:endParaRPr lang="en-US">
              <a:solidFill>
                <a:srgbClr val="4E5B6F"/>
              </a:solidFill>
            </a:endParaRPr>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Slide Number Placeholder 5"/>
          <p:cNvSpPr>
            <a:spLocks noGrp="1"/>
          </p:cNvSpPr>
          <p:nvPr>
            <p:ph type="sldNum" sz="quarter" idx="12"/>
          </p:nvPr>
        </p:nvSpPr>
        <p:spPr>
          <a:xfrm rot="5400000">
            <a:off x="5989638" y="144462"/>
            <a:ext cx="533400" cy="244476"/>
          </a:xfrm>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2646930632"/>
      </p:ext>
    </p:extLst>
  </p:cSld>
  <p:clrMapOvr>
    <a:masterClrMapping/>
  </p:clrMapOvr>
  <p:transition>
    <p:cove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848F51FB-F9FC-4CDB-8176-F3AB6CEF69B2}" type="datetimeFigureOut">
              <a:rPr lang="en-US" smtClean="0"/>
              <a:pPr/>
              <a:t>7/12/2022</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solidFill>
                <a:srgbClr val="4E5B6F"/>
              </a:solidFill>
            </a:endParaRPr>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16AA645C-BDC5-4D0A-B00F-BD8F162A46FD}" type="slidenum">
              <a:rPr lang="en-US" smtClean="0">
                <a:solidFill>
                  <a:srgbClr val="4E5B6F"/>
                </a:solidFill>
              </a:rPr>
              <a:pPr/>
              <a:t>‹#›</a:t>
            </a:fld>
            <a:endParaRPr lang="en-US">
              <a:solidFill>
                <a:srgbClr val="4E5B6F"/>
              </a:solidFill>
            </a:endParaRPr>
          </a:p>
        </p:txBody>
      </p:sp>
    </p:spTree>
    <p:extLst>
      <p:ext uri="{BB962C8B-B14F-4D97-AF65-F5344CB8AC3E}">
        <p14:creationId xmlns="" xmlns:p14="http://schemas.microsoft.com/office/powerpoint/2010/main" val="1551400682"/>
      </p:ext>
    </p:extLst>
  </p:cSld>
  <p:clrMapOvr>
    <a:masterClrMapping/>
  </p:clrMapOvr>
  <p:transition>
    <p:cove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p:txBody>
          <a:bodyPr/>
          <a:lstStyle/>
          <a:p>
            <a:endParaRPr lang="en-US">
              <a:solidFill>
                <a:srgbClr val="4E5B6F"/>
              </a:solidFill>
            </a:endParaRP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969635251"/>
      </p:ext>
    </p:extLst>
  </p:cSld>
  <p:clrMapOvr>
    <a:masterClrMapping/>
  </p:clrMapOvr>
  <p:transition>
    <p:cove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p:txBody>
          <a:bodyPr/>
          <a:lstStyle/>
          <a:p>
            <a:endParaRPr lang="en-US">
              <a:solidFill>
                <a:srgbClr val="4E5B6F"/>
              </a:solidFill>
            </a:endParaRPr>
          </a:p>
        </p:txBody>
      </p:sp>
    </p:spTree>
    <p:extLst>
      <p:ext uri="{BB962C8B-B14F-4D97-AF65-F5344CB8AC3E}">
        <p14:creationId xmlns="" xmlns:p14="http://schemas.microsoft.com/office/powerpoint/2010/main" val="2019025034"/>
      </p:ext>
    </p:extLst>
  </p:cSld>
  <p:clrMapOvr>
    <a:masterClrMapping/>
  </p:clrMapOvr>
  <p:transition>
    <p:cove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0" name="Slide Number Placeholder 9"/>
          <p:cNvSpPr>
            <a:spLocks noGrp="1"/>
          </p:cNvSpPr>
          <p:nvPr>
            <p:ph type="sldNum" sz="quarter" idx="16"/>
          </p:nvPr>
        </p:nvSpPr>
        <p:spPr/>
        <p:txBody>
          <a:bodyPr rtlCol="0"/>
          <a:lstStyle/>
          <a:p>
            <a:fld id="{16AA645C-BDC5-4D0A-B00F-BD8F162A46FD}"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solidFill>
                <a:srgbClr val="4E5B6F"/>
              </a:solidFill>
            </a:endParaRPr>
          </a:p>
        </p:txBody>
      </p:sp>
    </p:spTree>
    <p:extLst>
      <p:ext uri="{BB962C8B-B14F-4D97-AF65-F5344CB8AC3E}">
        <p14:creationId xmlns="" xmlns:p14="http://schemas.microsoft.com/office/powerpoint/2010/main" val="2925559275"/>
      </p:ext>
    </p:extLst>
  </p:cSld>
  <p:clrMapOvr>
    <a:masterClrMapping/>
  </p:clrMapOvr>
  <p:transition>
    <p:cove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2" name="Slide Number Placeholder 11"/>
          <p:cNvSpPr>
            <a:spLocks noGrp="1"/>
          </p:cNvSpPr>
          <p:nvPr>
            <p:ph type="sldNum" sz="quarter" idx="16"/>
          </p:nvPr>
        </p:nvSpPr>
        <p:spPr/>
        <p:txBody>
          <a:bodyPr rtlCol="0"/>
          <a:lstStyle/>
          <a:p>
            <a:fld id="{16AA645C-BDC5-4D0A-B00F-BD8F162A46FD}"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solidFill>
                <a:srgbClr val="4E5B6F"/>
              </a:solidFill>
            </a:endParaRP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extLst>
      <p:ext uri="{BB962C8B-B14F-4D97-AF65-F5344CB8AC3E}">
        <p14:creationId xmlns="" xmlns:p14="http://schemas.microsoft.com/office/powerpoint/2010/main" val="2373268799"/>
      </p:ext>
    </p:extLst>
  </p:cSld>
  <p:clrMapOvr>
    <a:masterClrMapping/>
  </p:clrMapOvr>
  <p:transition>
    <p:cove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4" name="Footer Placeholder 3"/>
          <p:cNvSpPr>
            <a:spLocks noGrp="1"/>
          </p:cNvSpPr>
          <p:nvPr>
            <p:ph type="ftr" sz="quarter" idx="11"/>
          </p:nvPr>
        </p:nvSpPr>
        <p:spPr/>
        <p:txBody>
          <a:bodyPr/>
          <a:lstStyle/>
          <a:p>
            <a:endParaRPr lang="en-US">
              <a:solidFill>
                <a:srgbClr val="4E5B6F"/>
              </a:solidFill>
            </a:endParaRPr>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671696508"/>
      </p:ext>
    </p:extLst>
  </p:cSld>
  <p:clrMapOvr>
    <a:masterClrMapping/>
  </p:clrMapOvr>
  <p:transition>
    <p:cove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3" name="Footer Placeholder 2"/>
          <p:cNvSpPr>
            <a:spLocks noGrp="1"/>
          </p:cNvSpPr>
          <p:nvPr>
            <p:ph type="ftr" sz="quarter" idx="11"/>
          </p:nvPr>
        </p:nvSpPr>
        <p:spPr/>
        <p:txBody>
          <a:bodyPr/>
          <a:lstStyle/>
          <a:p>
            <a:endParaRPr lang="en-US">
              <a:solidFill>
                <a:srgbClr val="4E5B6F"/>
              </a:solidFill>
            </a:endParaRP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16AA645C-BDC5-4D0A-B00F-BD8F162A46FD}" type="slidenum">
              <a:rPr lang="en-US" smtClean="0">
                <a:solidFill>
                  <a:srgbClr val="4E5B6F"/>
                </a:solidFill>
              </a:rPr>
              <a:pPr/>
              <a:t>‹#›</a:t>
            </a:fld>
            <a:endParaRPr lang="en-US">
              <a:solidFill>
                <a:srgbClr val="4E5B6F"/>
              </a:solidFill>
            </a:endParaRPr>
          </a:p>
        </p:txBody>
      </p:sp>
    </p:spTree>
    <p:extLst>
      <p:ext uri="{BB962C8B-B14F-4D97-AF65-F5344CB8AC3E}">
        <p14:creationId xmlns="" xmlns:p14="http://schemas.microsoft.com/office/powerpoint/2010/main" val="1224058930"/>
      </p:ext>
    </p:extLst>
  </p:cSld>
  <p:clrMapOvr>
    <a:masterClrMapping/>
  </p:clrMapOvr>
  <p:transition>
    <p:cove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6" name="Footer Placeholder 5"/>
          <p:cNvSpPr>
            <a:spLocks noGrp="1"/>
          </p:cNvSpPr>
          <p:nvPr>
            <p:ph type="ftr" sz="quarter" idx="11"/>
          </p:nvPr>
        </p:nvSpPr>
        <p:spPr/>
        <p:txBody>
          <a:bodyPr/>
          <a:lstStyle/>
          <a:p>
            <a:endParaRPr lang="en-US">
              <a:solidFill>
                <a:srgbClr val="4E5B6F"/>
              </a:solidFill>
            </a:endParaRPr>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3340824041"/>
      </p:ext>
    </p:extLst>
  </p:cSld>
  <p:clrMapOvr>
    <a:masterClrMapping/>
  </p:clrMapOvr>
  <p:transition>
    <p:cove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Date Placeholder 11"/>
          <p:cNvSpPr>
            <a:spLocks noGrp="1"/>
          </p:cNvSpPr>
          <p:nvPr>
            <p:ph type="dt" sz="half" idx="10"/>
          </p:nvPr>
        </p:nvSpPr>
        <p:spPr>
          <a:xfrm>
            <a:off x="6248400" y="6248400"/>
            <a:ext cx="2667000" cy="365125"/>
          </a:xfrm>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solidFill>
                <a:srgbClr val="4E5B6F"/>
              </a:solidFill>
            </a:endParaRP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extLst>
      <p:ext uri="{BB962C8B-B14F-4D97-AF65-F5344CB8AC3E}">
        <p14:creationId xmlns="" xmlns:p14="http://schemas.microsoft.com/office/powerpoint/2010/main" val="2409920265"/>
      </p:ext>
    </p:extLst>
  </p:cSld>
  <p:clrMapOvr>
    <a:masterClrMapping/>
  </p:clrMapOvr>
  <p:transition>
    <p:cove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p:txBody>
          <a:bodyPr/>
          <a:lstStyle/>
          <a:p>
            <a:endParaRPr lang="en-US">
              <a:solidFill>
                <a:srgbClr val="4E5B6F"/>
              </a:solidFill>
            </a:endParaRPr>
          </a:p>
        </p:txBody>
      </p:sp>
      <p:sp>
        <p:nvSpPr>
          <p:cNvPr id="6" name="Slide Number Placeholder 5"/>
          <p:cNvSpPr>
            <a:spLocks noGrp="1"/>
          </p:cNvSpPr>
          <p:nvPr>
            <p:ph type="sldNum" sz="quarter" idx="12"/>
          </p:nvPr>
        </p:nvSpPr>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3731535508"/>
      </p:ext>
    </p:extLst>
  </p:cSld>
  <p:clrMapOvr>
    <a:masterClrMapping/>
  </p:clrMapOvr>
  <p:transition>
    <p:cove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a:xfrm>
            <a:off x="457201" y="6248207"/>
            <a:ext cx="5573483" cy="365125"/>
          </a:xfrm>
        </p:spPr>
        <p:txBody>
          <a:bodyPr/>
          <a:lstStyle/>
          <a:p>
            <a:endParaRPr lang="en-US">
              <a:solidFill>
                <a:srgbClr val="4E5B6F"/>
              </a:solidFill>
            </a:endParaRPr>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Slide Number Placeholder 5"/>
          <p:cNvSpPr>
            <a:spLocks noGrp="1"/>
          </p:cNvSpPr>
          <p:nvPr>
            <p:ph type="sldNum" sz="quarter" idx="12"/>
          </p:nvPr>
        </p:nvSpPr>
        <p:spPr>
          <a:xfrm rot="5400000">
            <a:off x="5989638" y="144462"/>
            <a:ext cx="533400" cy="244476"/>
          </a:xfrm>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3740720405"/>
      </p:ext>
    </p:extLst>
  </p:cSld>
  <p:clrMapOvr>
    <a:masterClrMapping/>
  </p:clrMapOvr>
  <p:transition>
    <p:cove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848F51FB-F9FC-4CDB-8176-F3AB6CEF69B2}" type="datetimeFigureOut">
              <a:rPr lang="en-US" smtClean="0"/>
              <a:pPr/>
              <a:t>7/12/2022</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solidFill>
                <a:srgbClr val="4E5B6F"/>
              </a:solidFill>
            </a:endParaRPr>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16AA645C-BDC5-4D0A-B00F-BD8F162A46FD}" type="slidenum">
              <a:rPr lang="en-US" smtClean="0">
                <a:solidFill>
                  <a:srgbClr val="4E5B6F"/>
                </a:solidFill>
              </a:rPr>
              <a:pPr/>
              <a:t>‹#›</a:t>
            </a:fld>
            <a:endParaRPr lang="en-US">
              <a:solidFill>
                <a:srgbClr val="4E5B6F"/>
              </a:solidFill>
            </a:endParaRPr>
          </a:p>
        </p:txBody>
      </p:sp>
    </p:spTree>
    <p:extLst>
      <p:ext uri="{BB962C8B-B14F-4D97-AF65-F5344CB8AC3E}">
        <p14:creationId xmlns="" xmlns:p14="http://schemas.microsoft.com/office/powerpoint/2010/main" val="1916098388"/>
      </p:ext>
    </p:extLst>
  </p:cSld>
  <p:clrMapOvr>
    <a:masterClrMapping/>
  </p:clrMapOvr>
  <p:transition>
    <p:cove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p:txBody>
          <a:bodyPr/>
          <a:lstStyle/>
          <a:p>
            <a:endParaRPr lang="en-US">
              <a:solidFill>
                <a:srgbClr val="4E5B6F"/>
              </a:solidFill>
            </a:endParaRP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2779877440"/>
      </p:ext>
    </p:extLst>
  </p:cSld>
  <p:clrMapOvr>
    <a:masterClrMapping/>
  </p:clrMapOvr>
  <p:transition>
    <p:cove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p:txBody>
          <a:bodyPr/>
          <a:lstStyle/>
          <a:p>
            <a:endParaRPr lang="en-US">
              <a:solidFill>
                <a:srgbClr val="4E5B6F"/>
              </a:solidFill>
            </a:endParaRPr>
          </a:p>
        </p:txBody>
      </p:sp>
    </p:spTree>
    <p:extLst>
      <p:ext uri="{BB962C8B-B14F-4D97-AF65-F5344CB8AC3E}">
        <p14:creationId xmlns="" xmlns:p14="http://schemas.microsoft.com/office/powerpoint/2010/main" val="1342316090"/>
      </p:ext>
    </p:extLst>
  </p:cSld>
  <p:clrMapOvr>
    <a:masterClrMapping/>
  </p:clrMapOvr>
  <p:transition>
    <p:cove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0" name="Slide Number Placeholder 9"/>
          <p:cNvSpPr>
            <a:spLocks noGrp="1"/>
          </p:cNvSpPr>
          <p:nvPr>
            <p:ph type="sldNum" sz="quarter" idx="16"/>
          </p:nvPr>
        </p:nvSpPr>
        <p:spPr/>
        <p:txBody>
          <a:bodyPr rtlCol="0"/>
          <a:lstStyle/>
          <a:p>
            <a:fld id="{16AA645C-BDC5-4D0A-B00F-BD8F162A46FD}"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solidFill>
                <a:srgbClr val="4E5B6F"/>
              </a:solidFill>
            </a:endParaRPr>
          </a:p>
        </p:txBody>
      </p:sp>
    </p:spTree>
    <p:extLst>
      <p:ext uri="{BB962C8B-B14F-4D97-AF65-F5344CB8AC3E}">
        <p14:creationId xmlns="" xmlns:p14="http://schemas.microsoft.com/office/powerpoint/2010/main" val="3921237027"/>
      </p:ext>
    </p:extLst>
  </p:cSld>
  <p:clrMapOvr>
    <a:masterClrMapping/>
  </p:clrMapOvr>
  <p:transition>
    <p:cove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2" name="Slide Number Placeholder 11"/>
          <p:cNvSpPr>
            <a:spLocks noGrp="1"/>
          </p:cNvSpPr>
          <p:nvPr>
            <p:ph type="sldNum" sz="quarter" idx="16"/>
          </p:nvPr>
        </p:nvSpPr>
        <p:spPr/>
        <p:txBody>
          <a:bodyPr rtlCol="0"/>
          <a:lstStyle/>
          <a:p>
            <a:fld id="{16AA645C-BDC5-4D0A-B00F-BD8F162A46FD}"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solidFill>
                <a:srgbClr val="4E5B6F"/>
              </a:solidFill>
            </a:endParaRP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extLst>
      <p:ext uri="{BB962C8B-B14F-4D97-AF65-F5344CB8AC3E}">
        <p14:creationId xmlns="" xmlns:p14="http://schemas.microsoft.com/office/powerpoint/2010/main" val="1407848772"/>
      </p:ext>
    </p:extLst>
  </p:cSld>
  <p:clrMapOvr>
    <a:masterClrMapping/>
  </p:clrMapOvr>
  <p:transition>
    <p:cove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4" name="Footer Placeholder 3"/>
          <p:cNvSpPr>
            <a:spLocks noGrp="1"/>
          </p:cNvSpPr>
          <p:nvPr>
            <p:ph type="ftr" sz="quarter" idx="11"/>
          </p:nvPr>
        </p:nvSpPr>
        <p:spPr/>
        <p:txBody>
          <a:bodyPr/>
          <a:lstStyle/>
          <a:p>
            <a:endParaRPr lang="en-US">
              <a:solidFill>
                <a:srgbClr val="4E5B6F"/>
              </a:solidFill>
            </a:endParaRPr>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3712269073"/>
      </p:ext>
    </p:extLst>
  </p:cSld>
  <p:clrMapOvr>
    <a:masterClrMapping/>
  </p:clrMapOvr>
  <p:transition>
    <p:cove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3" name="Footer Placeholder 2"/>
          <p:cNvSpPr>
            <a:spLocks noGrp="1"/>
          </p:cNvSpPr>
          <p:nvPr>
            <p:ph type="ftr" sz="quarter" idx="11"/>
          </p:nvPr>
        </p:nvSpPr>
        <p:spPr/>
        <p:txBody>
          <a:bodyPr/>
          <a:lstStyle/>
          <a:p>
            <a:endParaRPr lang="en-US">
              <a:solidFill>
                <a:srgbClr val="4E5B6F"/>
              </a:solidFill>
            </a:endParaRP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16AA645C-BDC5-4D0A-B00F-BD8F162A46FD}" type="slidenum">
              <a:rPr lang="en-US" smtClean="0">
                <a:solidFill>
                  <a:srgbClr val="4E5B6F"/>
                </a:solidFill>
              </a:rPr>
              <a:pPr/>
              <a:t>‹#›</a:t>
            </a:fld>
            <a:endParaRPr lang="en-US">
              <a:solidFill>
                <a:srgbClr val="4E5B6F"/>
              </a:solidFill>
            </a:endParaRPr>
          </a:p>
        </p:txBody>
      </p:sp>
    </p:spTree>
    <p:extLst>
      <p:ext uri="{BB962C8B-B14F-4D97-AF65-F5344CB8AC3E}">
        <p14:creationId xmlns="" xmlns:p14="http://schemas.microsoft.com/office/powerpoint/2010/main" val="1097902385"/>
      </p:ext>
    </p:extLst>
  </p:cSld>
  <p:clrMapOvr>
    <a:masterClrMapping/>
  </p:clrMapOvr>
  <p:transition>
    <p:cove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6" name="Footer Placeholder 5"/>
          <p:cNvSpPr>
            <a:spLocks noGrp="1"/>
          </p:cNvSpPr>
          <p:nvPr>
            <p:ph type="ftr" sz="quarter" idx="11"/>
          </p:nvPr>
        </p:nvSpPr>
        <p:spPr/>
        <p:txBody>
          <a:bodyPr/>
          <a:lstStyle/>
          <a:p>
            <a:endParaRPr lang="en-US">
              <a:solidFill>
                <a:srgbClr val="4E5B6F"/>
              </a:solidFill>
            </a:endParaRPr>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497872705"/>
      </p:ext>
    </p:extLst>
  </p:cSld>
  <p:clrMapOvr>
    <a:masterClrMapping/>
  </p:clrMapOvr>
  <p:transition>
    <p:cove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Date Placeholder 11"/>
          <p:cNvSpPr>
            <a:spLocks noGrp="1"/>
          </p:cNvSpPr>
          <p:nvPr>
            <p:ph type="dt" sz="half" idx="10"/>
          </p:nvPr>
        </p:nvSpPr>
        <p:spPr>
          <a:xfrm>
            <a:off x="6248400" y="6248400"/>
            <a:ext cx="2667000" cy="365125"/>
          </a:xfrm>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solidFill>
                <a:srgbClr val="4E5B6F"/>
              </a:solidFill>
            </a:endParaRP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extLst>
      <p:ext uri="{BB962C8B-B14F-4D97-AF65-F5344CB8AC3E}">
        <p14:creationId xmlns="" xmlns:p14="http://schemas.microsoft.com/office/powerpoint/2010/main" val="4143622448"/>
      </p:ext>
    </p:extLst>
  </p:cSld>
  <p:clrMapOvr>
    <a:masterClrMapping/>
  </p:clrMapOvr>
  <p:transition>
    <p:cove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p:txBody>
          <a:bodyPr/>
          <a:lstStyle/>
          <a:p>
            <a:endParaRPr lang="en-US">
              <a:solidFill>
                <a:srgbClr val="4E5B6F"/>
              </a:solidFill>
            </a:endParaRPr>
          </a:p>
        </p:txBody>
      </p:sp>
      <p:sp>
        <p:nvSpPr>
          <p:cNvPr id="6" name="Slide Number Placeholder 5"/>
          <p:cNvSpPr>
            <a:spLocks noGrp="1"/>
          </p:cNvSpPr>
          <p:nvPr>
            <p:ph type="sldNum" sz="quarter" idx="12"/>
          </p:nvPr>
        </p:nvSpPr>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90781186"/>
      </p:ext>
    </p:extLst>
  </p:cSld>
  <p:clrMapOvr>
    <a:masterClrMapping/>
  </p:clrMapOvr>
  <p:transition>
    <p:cove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a:xfrm>
            <a:off x="457201" y="6248207"/>
            <a:ext cx="5573483" cy="365125"/>
          </a:xfrm>
        </p:spPr>
        <p:txBody>
          <a:bodyPr/>
          <a:lstStyle/>
          <a:p>
            <a:endParaRPr lang="en-US">
              <a:solidFill>
                <a:srgbClr val="4E5B6F"/>
              </a:solidFill>
            </a:endParaRPr>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Slide Number Placeholder 5"/>
          <p:cNvSpPr>
            <a:spLocks noGrp="1"/>
          </p:cNvSpPr>
          <p:nvPr>
            <p:ph type="sldNum" sz="quarter" idx="12"/>
          </p:nvPr>
        </p:nvSpPr>
        <p:spPr>
          <a:xfrm rot="5400000">
            <a:off x="5989638" y="144462"/>
            <a:ext cx="533400" cy="244476"/>
          </a:xfrm>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1312765605"/>
      </p:ext>
    </p:extLst>
  </p:cSld>
  <p:clrMapOvr>
    <a:masterClrMapping/>
  </p:clrMapOvr>
  <p:transition>
    <p:cove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848F51FB-F9FC-4CDB-8176-F3AB6CEF69B2}" type="datetimeFigureOut">
              <a:rPr lang="en-US" smtClean="0"/>
              <a:pPr/>
              <a:t>7/12/2022</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solidFill>
                <a:srgbClr val="4E5B6F"/>
              </a:solidFill>
            </a:endParaRPr>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16AA645C-BDC5-4D0A-B00F-BD8F162A46FD}" type="slidenum">
              <a:rPr lang="en-US" smtClean="0">
                <a:solidFill>
                  <a:srgbClr val="4E5B6F"/>
                </a:solidFill>
              </a:rPr>
              <a:pPr/>
              <a:t>‹#›</a:t>
            </a:fld>
            <a:endParaRPr lang="en-US">
              <a:solidFill>
                <a:srgbClr val="4E5B6F"/>
              </a:solidFill>
            </a:endParaRPr>
          </a:p>
        </p:txBody>
      </p:sp>
    </p:spTree>
    <p:extLst>
      <p:ext uri="{BB962C8B-B14F-4D97-AF65-F5344CB8AC3E}">
        <p14:creationId xmlns="" xmlns:p14="http://schemas.microsoft.com/office/powerpoint/2010/main" val="4263335533"/>
      </p:ext>
    </p:extLst>
  </p:cSld>
  <p:clrMapOvr>
    <a:masterClrMapping/>
  </p:clrMapOvr>
  <p:transition>
    <p:cove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p:txBody>
          <a:bodyPr/>
          <a:lstStyle/>
          <a:p>
            <a:endParaRPr lang="en-US">
              <a:solidFill>
                <a:srgbClr val="4E5B6F"/>
              </a:solidFill>
            </a:endParaRP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61038572"/>
      </p:ext>
    </p:extLst>
  </p:cSld>
  <p:clrMapOvr>
    <a:masterClrMapping/>
  </p:clrMapOvr>
  <p:transition>
    <p:cover/>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p:txBody>
          <a:bodyPr/>
          <a:lstStyle/>
          <a:p>
            <a:endParaRPr lang="en-US">
              <a:solidFill>
                <a:srgbClr val="4E5B6F"/>
              </a:solidFill>
            </a:endParaRPr>
          </a:p>
        </p:txBody>
      </p:sp>
    </p:spTree>
    <p:extLst>
      <p:ext uri="{BB962C8B-B14F-4D97-AF65-F5344CB8AC3E}">
        <p14:creationId xmlns="" xmlns:p14="http://schemas.microsoft.com/office/powerpoint/2010/main" val="1170948301"/>
      </p:ext>
    </p:extLst>
  </p:cSld>
  <p:clrMapOvr>
    <a:masterClrMapping/>
  </p:clrMapOvr>
  <p:transition>
    <p:cover/>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0" name="Slide Number Placeholder 9"/>
          <p:cNvSpPr>
            <a:spLocks noGrp="1"/>
          </p:cNvSpPr>
          <p:nvPr>
            <p:ph type="sldNum" sz="quarter" idx="16"/>
          </p:nvPr>
        </p:nvSpPr>
        <p:spPr/>
        <p:txBody>
          <a:bodyPr rtlCol="0"/>
          <a:lstStyle/>
          <a:p>
            <a:fld id="{16AA645C-BDC5-4D0A-B00F-BD8F162A46FD}"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solidFill>
                <a:srgbClr val="4E5B6F"/>
              </a:solidFill>
            </a:endParaRPr>
          </a:p>
        </p:txBody>
      </p:sp>
    </p:spTree>
    <p:extLst>
      <p:ext uri="{BB962C8B-B14F-4D97-AF65-F5344CB8AC3E}">
        <p14:creationId xmlns="" xmlns:p14="http://schemas.microsoft.com/office/powerpoint/2010/main" val="1864196868"/>
      </p:ext>
    </p:extLst>
  </p:cSld>
  <p:clrMapOvr>
    <a:masterClrMapping/>
  </p:clrMapOvr>
  <p:transition>
    <p:cover/>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2" name="Slide Number Placeholder 11"/>
          <p:cNvSpPr>
            <a:spLocks noGrp="1"/>
          </p:cNvSpPr>
          <p:nvPr>
            <p:ph type="sldNum" sz="quarter" idx="16"/>
          </p:nvPr>
        </p:nvSpPr>
        <p:spPr/>
        <p:txBody>
          <a:bodyPr rtlCol="0"/>
          <a:lstStyle/>
          <a:p>
            <a:fld id="{16AA645C-BDC5-4D0A-B00F-BD8F162A46FD}"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solidFill>
                <a:srgbClr val="4E5B6F"/>
              </a:solidFill>
            </a:endParaRP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extLst>
      <p:ext uri="{BB962C8B-B14F-4D97-AF65-F5344CB8AC3E}">
        <p14:creationId xmlns="" xmlns:p14="http://schemas.microsoft.com/office/powerpoint/2010/main" val="1873369001"/>
      </p:ext>
    </p:extLst>
  </p:cSld>
  <p:clrMapOvr>
    <a:masterClrMapping/>
  </p:clrMapOvr>
  <p:transition>
    <p:cove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4" name="Footer Placeholder 3"/>
          <p:cNvSpPr>
            <a:spLocks noGrp="1"/>
          </p:cNvSpPr>
          <p:nvPr>
            <p:ph type="ftr" sz="quarter" idx="11"/>
          </p:nvPr>
        </p:nvSpPr>
        <p:spPr/>
        <p:txBody>
          <a:bodyPr/>
          <a:lstStyle/>
          <a:p>
            <a:endParaRPr lang="en-US">
              <a:solidFill>
                <a:srgbClr val="4E5B6F"/>
              </a:solidFill>
            </a:endParaRPr>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3255054701"/>
      </p:ext>
    </p:extLst>
  </p:cSld>
  <p:clrMapOvr>
    <a:masterClrMapping/>
  </p:clrMapOvr>
  <p:transition>
    <p:cover/>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3" name="Footer Placeholder 2"/>
          <p:cNvSpPr>
            <a:spLocks noGrp="1"/>
          </p:cNvSpPr>
          <p:nvPr>
            <p:ph type="ftr" sz="quarter" idx="11"/>
          </p:nvPr>
        </p:nvSpPr>
        <p:spPr/>
        <p:txBody>
          <a:bodyPr/>
          <a:lstStyle/>
          <a:p>
            <a:endParaRPr lang="en-US">
              <a:solidFill>
                <a:srgbClr val="4E5B6F"/>
              </a:solidFill>
            </a:endParaRP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16AA645C-BDC5-4D0A-B00F-BD8F162A46FD}" type="slidenum">
              <a:rPr lang="en-US" smtClean="0">
                <a:solidFill>
                  <a:srgbClr val="4E5B6F"/>
                </a:solidFill>
              </a:rPr>
              <a:pPr/>
              <a:t>‹#›</a:t>
            </a:fld>
            <a:endParaRPr lang="en-US">
              <a:solidFill>
                <a:srgbClr val="4E5B6F"/>
              </a:solidFill>
            </a:endParaRPr>
          </a:p>
        </p:txBody>
      </p:sp>
    </p:spTree>
    <p:extLst>
      <p:ext uri="{BB962C8B-B14F-4D97-AF65-F5344CB8AC3E}">
        <p14:creationId xmlns="" xmlns:p14="http://schemas.microsoft.com/office/powerpoint/2010/main" val="2413693103"/>
      </p:ext>
    </p:extLst>
  </p:cSld>
  <p:clrMapOvr>
    <a:masterClrMapping/>
  </p:clrMapOvr>
  <p:transition>
    <p:cove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6" name="Footer Placeholder 5"/>
          <p:cNvSpPr>
            <a:spLocks noGrp="1"/>
          </p:cNvSpPr>
          <p:nvPr>
            <p:ph type="ftr" sz="quarter" idx="11"/>
          </p:nvPr>
        </p:nvSpPr>
        <p:spPr/>
        <p:txBody>
          <a:bodyPr/>
          <a:lstStyle/>
          <a:p>
            <a:endParaRPr lang="en-US">
              <a:solidFill>
                <a:srgbClr val="4E5B6F"/>
              </a:solidFill>
            </a:endParaRPr>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1494726382"/>
      </p:ext>
    </p:extLst>
  </p:cSld>
  <p:clrMapOvr>
    <a:masterClrMapping/>
  </p:clrMapOvr>
  <p:transition>
    <p:cover/>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Date Placeholder 11"/>
          <p:cNvSpPr>
            <a:spLocks noGrp="1"/>
          </p:cNvSpPr>
          <p:nvPr>
            <p:ph type="dt" sz="half" idx="10"/>
          </p:nvPr>
        </p:nvSpPr>
        <p:spPr>
          <a:xfrm>
            <a:off x="6248400" y="6248400"/>
            <a:ext cx="2667000" cy="365125"/>
          </a:xfrm>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solidFill>
                <a:srgbClr val="4E5B6F"/>
              </a:solidFill>
            </a:endParaRP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extLst>
      <p:ext uri="{BB962C8B-B14F-4D97-AF65-F5344CB8AC3E}">
        <p14:creationId xmlns="" xmlns:p14="http://schemas.microsoft.com/office/powerpoint/2010/main" val="2351565465"/>
      </p:ext>
    </p:extLst>
  </p:cSld>
  <p:clrMapOvr>
    <a:masterClrMapping/>
  </p:clrMapOvr>
  <p:transition>
    <p:cover/>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p:txBody>
          <a:bodyPr/>
          <a:lstStyle/>
          <a:p>
            <a:endParaRPr lang="en-US">
              <a:solidFill>
                <a:srgbClr val="4E5B6F"/>
              </a:solidFill>
            </a:endParaRPr>
          </a:p>
        </p:txBody>
      </p:sp>
      <p:sp>
        <p:nvSpPr>
          <p:cNvPr id="6" name="Slide Number Placeholder 5"/>
          <p:cNvSpPr>
            <a:spLocks noGrp="1"/>
          </p:cNvSpPr>
          <p:nvPr>
            <p:ph type="sldNum" sz="quarter" idx="12"/>
          </p:nvPr>
        </p:nvSpPr>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2445502020"/>
      </p:ext>
    </p:extLst>
  </p:cSld>
  <p:clrMapOvr>
    <a:masterClrMapping/>
  </p:clrMapOvr>
  <p:transition>
    <p:cover/>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a:xfrm>
            <a:off x="457201" y="6248207"/>
            <a:ext cx="5573483" cy="365125"/>
          </a:xfrm>
        </p:spPr>
        <p:txBody>
          <a:bodyPr/>
          <a:lstStyle/>
          <a:p>
            <a:endParaRPr lang="en-US">
              <a:solidFill>
                <a:srgbClr val="4E5B6F"/>
              </a:solidFill>
            </a:endParaRPr>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Slide Number Placeholder 5"/>
          <p:cNvSpPr>
            <a:spLocks noGrp="1"/>
          </p:cNvSpPr>
          <p:nvPr>
            <p:ph type="sldNum" sz="quarter" idx="12"/>
          </p:nvPr>
        </p:nvSpPr>
        <p:spPr>
          <a:xfrm rot="5400000">
            <a:off x="5989638" y="144462"/>
            <a:ext cx="533400" cy="244476"/>
          </a:xfrm>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3637788741"/>
      </p:ext>
    </p:extLst>
  </p:cSld>
  <p:clrMapOvr>
    <a:masterClrMapping/>
  </p:clrMapOvr>
  <p:transition>
    <p:cover/>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848F51FB-F9FC-4CDB-8176-F3AB6CEF69B2}" type="datetimeFigureOut">
              <a:rPr lang="en-US" smtClean="0"/>
              <a:pPr/>
              <a:t>7/12/2022</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solidFill>
                <a:srgbClr val="4E5B6F"/>
              </a:solidFill>
            </a:endParaRPr>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16AA645C-BDC5-4D0A-B00F-BD8F162A46FD}" type="slidenum">
              <a:rPr lang="en-US" smtClean="0">
                <a:solidFill>
                  <a:srgbClr val="4E5B6F"/>
                </a:solidFill>
              </a:rPr>
              <a:pPr/>
              <a:t>‹#›</a:t>
            </a:fld>
            <a:endParaRPr lang="en-US">
              <a:solidFill>
                <a:srgbClr val="4E5B6F"/>
              </a:solidFill>
            </a:endParaRPr>
          </a:p>
        </p:txBody>
      </p:sp>
    </p:spTree>
    <p:extLst>
      <p:ext uri="{BB962C8B-B14F-4D97-AF65-F5344CB8AC3E}">
        <p14:creationId xmlns="" xmlns:p14="http://schemas.microsoft.com/office/powerpoint/2010/main" val="1052212511"/>
      </p:ext>
    </p:extLst>
  </p:cSld>
  <p:clrMapOvr>
    <a:masterClrMapping/>
  </p:clrMapOvr>
  <p:transition>
    <p:cover/>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p:txBody>
          <a:bodyPr/>
          <a:lstStyle/>
          <a:p>
            <a:endParaRPr lang="en-US">
              <a:solidFill>
                <a:srgbClr val="4E5B6F"/>
              </a:solidFill>
            </a:endParaRP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446862744"/>
      </p:ext>
    </p:extLst>
  </p:cSld>
  <p:clrMapOvr>
    <a:masterClrMapping/>
  </p:clrMapOvr>
  <p:transition>
    <p:cover/>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p:txBody>
          <a:bodyPr/>
          <a:lstStyle/>
          <a:p>
            <a:endParaRPr lang="en-US">
              <a:solidFill>
                <a:srgbClr val="4E5B6F"/>
              </a:solidFill>
            </a:endParaRPr>
          </a:p>
        </p:txBody>
      </p:sp>
    </p:spTree>
    <p:extLst>
      <p:ext uri="{BB962C8B-B14F-4D97-AF65-F5344CB8AC3E}">
        <p14:creationId xmlns="" xmlns:p14="http://schemas.microsoft.com/office/powerpoint/2010/main" val="4291917528"/>
      </p:ext>
    </p:extLst>
  </p:cSld>
  <p:clrMapOvr>
    <a:masterClrMapping/>
  </p:clrMapOvr>
  <p:transition>
    <p:cover/>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0" name="Slide Number Placeholder 9"/>
          <p:cNvSpPr>
            <a:spLocks noGrp="1"/>
          </p:cNvSpPr>
          <p:nvPr>
            <p:ph type="sldNum" sz="quarter" idx="16"/>
          </p:nvPr>
        </p:nvSpPr>
        <p:spPr/>
        <p:txBody>
          <a:bodyPr rtlCol="0"/>
          <a:lstStyle/>
          <a:p>
            <a:fld id="{16AA645C-BDC5-4D0A-B00F-BD8F162A46FD}"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solidFill>
                <a:srgbClr val="4E5B6F"/>
              </a:solidFill>
            </a:endParaRPr>
          </a:p>
        </p:txBody>
      </p:sp>
    </p:spTree>
    <p:extLst>
      <p:ext uri="{BB962C8B-B14F-4D97-AF65-F5344CB8AC3E}">
        <p14:creationId xmlns="" xmlns:p14="http://schemas.microsoft.com/office/powerpoint/2010/main" val="1213884976"/>
      </p:ext>
    </p:extLst>
  </p:cSld>
  <p:clrMapOvr>
    <a:masterClrMapping/>
  </p:clrMapOvr>
  <p:transition>
    <p:cover/>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2" name="Slide Number Placeholder 11"/>
          <p:cNvSpPr>
            <a:spLocks noGrp="1"/>
          </p:cNvSpPr>
          <p:nvPr>
            <p:ph type="sldNum" sz="quarter" idx="16"/>
          </p:nvPr>
        </p:nvSpPr>
        <p:spPr/>
        <p:txBody>
          <a:bodyPr rtlCol="0"/>
          <a:lstStyle/>
          <a:p>
            <a:fld id="{16AA645C-BDC5-4D0A-B00F-BD8F162A46FD}"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solidFill>
                <a:srgbClr val="4E5B6F"/>
              </a:solidFill>
            </a:endParaRP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extLst>
      <p:ext uri="{BB962C8B-B14F-4D97-AF65-F5344CB8AC3E}">
        <p14:creationId xmlns="" xmlns:p14="http://schemas.microsoft.com/office/powerpoint/2010/main" val="683585894"/>
      </p:ext>
    </p:extLst>
  </p:cSld>
  <p:clrMapOvr>
    <a:masterClrMapping/>
  </p:clrMapOvr>
  <p:transition>
    <p:cover/>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4" name="Footer Placeholder 3"/>
          <p:cNvSpPr>
            <a:spLocks noGrp="1"/>
          </p:cNvSpPr>
          <p:nvPr>
            <p:ph type="ftr" sz="quarter" idx="11"/>
          </p:nvPr>
        </p:nvSpPr>
        <p:spPr/>
        <p:txBody>
          <a:bodyPr/>
          <a:lstStyle/>
          <a:p>
            <a:endParaRPr lang="en-US">
              <a:solidFill>
                <a:srgbClr val="4E5B6F"/>
              </a:solidFill>
            </a:endParaRPr>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2633895859"/>
      </p:ext>
    </p:extLst>
  </p:cSld>
  <p:clrMapOvr>
    <a:masterClrMapping/>
  </p:clrMapOvr>
  <p:transition>
    <p:cover/>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3" name="Footer Placeholder 2"/>
          <p:cNvSpPr>
            <a:spLocks noGrp="1"/>
          </p:cNvSpPr>
          <p:nvPr>
            <p:ph type="ftr" sz="quarter" idx="11"/>
          </p:nvPr>
        </p:nvSpPr>
        <p:spPr/>
        <p:txBody>
          <a:bodyPr/>
          <a:lstStyle/>
          <a:p>
            <a:endParaRPr lang="en-US">
              <a:solidFill>
                <a:srgbClr val="4E5B6F"/>
              </a:solidFill>
            </a:endParaRP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16AA645C-BDC5-4D0A-B00F-BD8F162A46FD}" type="slidenum">
              <a:rPr lang="en-US" smtClean="0">
                <a:solidFill>
                  <a:srgbClr val="4E5B6F"/>
                </a:solidFill>
              </a:rPr>
              <a:pPr/>
              <a:t>‹#›</a:t>
            </a:fld>
            <a:endParaRPr lang="en-US">
              <a:solidFill>
                <a:srgbClr val="4E5B6F"/>
              </a:solidFill>
            </a:endParaRPr>
          </a:p>
        </p:txBody>
      </p:sp>
    </p:spTree>
    <p:extLst>
      <p:ext uri="{BB962C8B-B14F-4D97-AF65-F5344CB8AC3E}">
        <p14:creationId xmlns="" xmlns:p14="http://schemas.microsoft.com/office/powerpoint/2010/main" val="2158804313"/>
      </p:ext>
    </p:extLst>
  </p:cSld>
  <p:clrMapOvr>
    <a:masterClrMapping/>
  </p:clrMapOvr>
  <p:transition>
    <p:cover/>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6" name="Footer Placeholder 5"/>
          <p:cNvSpPr>
            <a:spLocks noGrp="1"/>
          </p:cNvSpPr>
          <p:nvPr>
            <p:ph type="ftr" sz="quarter" idx="11"/>
          </p:nvPr>
        </p:nvSpPr>
        <p:spPr/>
        <p:txBody>
          <a:bodyPr/>
          <a:lstStyle/>
          <a:p>
            <a:endParaRPr lang="en-US">
              <a:solidFill>
                <a:srgbClr val="4E5B6F"/>
              </a:solidFill>
            </a:endParaRPr>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3513036233"/>
      </p:ext>
    </p:extLst>
  </p:cSld>
  <p:clrMapOvr>
    <a:masterClrMapping/>
  </p:clrMapOvr>
  <p:transition>
    <p:cover/>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Date Placeholder 11"/>
          <p:cNvSpPr>
            <a:spLocks noGrp="1"/>
          </p:cNvSpPr>
          <p:nvPr>
            <p:ph type="dt" sz="half" idx="10"/>
          </p:nvPr>
        </p:nvSpPr>
        <p:spPr>
          <a:xfrm>
            <a:off x="6248400" y="6248400"/>
            <a:ext cx="2667000" cy="365125"/>
          </a:xfrm>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solidFill>
                <a:srgbClr val="4E5B6F"/>
              </a:solidFill>
            </a:endParaRP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extLst>
      <p:ext uri="{BB962C8B-B14F-4D97-AF65-F5344CB8AC3E}">
        <p14:creationId xmlns="" xmlns:p14="http://schemas.microsoft.com/office/powerpoint/2010/main" val="3682825386"/>
      </p:ext>
    </p:extLst>
  </p:cSld>
  <p:clrMapOvr>
    <a:masterClrMapping/>
  </p:clrMapOvr>
  <p:transition>
    <p:cover/>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p:txBody>
          <a:bodyPr/>
          <a:lstStyle/>
          <a:p>
            <a:endParaRPr lang="en-US">
              <a:solidFill>
                <a:srgbClr val="4E5B6F"/>
              </a:solidFill>
            </a:endParaRPr>
          </a:p>
        </p:txBody>
      </p:sp>
      <p:sp>
        <p:nvSpPr>
          <p:cNvPr id="6" name="Slide Number Placeholder 5"/>
          <p:cNvSpPr>
            <a:spLocks noGrp="1"/>
          </p:cNvSpPr>
          <p:nvPr>
            <p:ph type="sldNum" sz="quarter" idx="12"/>
          </p:nvPr>
        </p:nvSpPr>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1095649636"/>
      </p:ext>
    </p:extLst>
  </p:cSld>
  <p:clrMapOvr>
    <a:masterClrMapping/>
  </p:clrMapOvr>
  <p:transition>
    <p:cover/>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a:xfrm>
            <a:off x="457201" y="6248207"/>
            <a:ext cx="5573483" cy="365125"/>
          </a:xfrm>
        </p:spPr>
        <p:txBody>
          <a:bodyPr/>
          <a:lstStyle/>
          <a:p>
            <a:endParaRPr lang="en-US">
              <a:solidFill>
                <a:srgbClr val="4E5B6F"/>
              </a:solidFill>
            </a:endParaRPr>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Slide Number Placeholder 5"/>
          <p:cNvSpPr>
            <a:spLocks noGrp="1"/>
          </p:cNvSpPr>
          <p:nvPr>
            <p:ph type="sldNum" sz="quarter" idx="12"/>
          </p:nvPr>
        </p:nvSpPr>
        <p:spPr>
          <a:xfrm rot="5400000">
            <a:off x="5989638" y="144462"/>
            <a:ext cx="533400" cy="244476"/>
          </a:xfrm>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3637198689"/>
      </p:ext>
    </p:extLst>
  </p:cSld>
  <p:clrMapOvr>
    <a:masterClrMapping/>
  </p:clrMapOvr>
  <p:transition>
    <p:cover/>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848F51FB-F9FC-4CDB-8176-F3AB6CEF69B2}" type="datetimeFigureOut">
              <a:rPr lang="en-US" smtClean="0"/>
              <a:pPr/>
              <a:t>7/12/2022</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solidFill>
                <a:srgbClr val="4E5B6F"/>
              </a:solidFill>
            </a:endParaRPr>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16AA645C-BDC5-4D0A-B00F-BD8F162A46FD}" type="slidenum">
              <a:rPr lang="en-US" smtClean="0">
                <a:solidFill>
                  <a:srgbClr val="4E5B6F"/>
                </a:solidFill>
              </a:rPr>
              <a:pPr/>
              <a:t>‹#›</a:t>
            </a:fld>
            <a:endParaRPr lang="en-US">
              <a:solidFill>
                <a:srgbClr val="4E5B6F"/>
              </a:solidFill>
            </a:endParaRPr>
          </a:p>
        </p:txBody>
      </p:sp>
    </p:spTree>
    <p:extLst>
      <p:ext uri="{BB962C8B-B14F-4D97-AF65-F5344CB8AC3E}">
        <p14:creationId xmlns="" xmlns:p14="http://schemas.microsoft.com/office/powerpoint/2010/main" val="4150948260"/>
      </p:ext>
    </p:extLst>
  </p:cSld>
  <p:clrMapOvr>
    <a:masterClrMapping/>
  </p:clrMapOvr>
  <p:transition>
    <p:cover/>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p:txBody>
          <a:bodyPr/>
          <a:lstStyle/>
          <a:p>
            <a:endParaRPr lang="en-US">
              <a:solidFill>
                <a:srgbClr val="4E5B6F"/>
              </a:solidFill>
            </a:endParaRP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2266602636"/>
      </p:ext>
    </p:extLst>
  </p:cSld>
  <p:clrMapOvr>
    <a:masterClrMapping/>
  </p:clrMapOvr>
  <p:transition>
    <p:cover/>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p:txBody>
          <a:bodyPr/>
          <a:lstStyle/>
          <a:p>
            <a:endParaRPr lang="en-US">
              <a:solidFill>
                <a:srgbClr val="4E5B6F"/>
              </a:solidFill>
            </a:endParaRPr>
          </a:p>
        </p:txBody>
      </p:sp>
    </p:spTree>
    <p:extLst>
      <p:ext uri="{BB962C8B-B14F-4D97-AF65-F5344CB8AC3E}">
        <p14:creationId xmlns="" xmlns:p14="http://schemas.microsoft.com/office/powerpoint/2010/main" val="757907534"/>
      </p:ext>
    </p:extLst>
  </p:cSld>
  <p:clrMapOvr>
    <a:masterClrMapping/>
  </p:clrMapOvr>
  <p:transition>
    <p:cover/>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0" name="Slide Number Placeholder 9"/>
          <p:cNvSpPr>
            <a:spLocks noGrp="1"/>
          </p:cNvSpPr>
          <p:nvPr>
            <p:ph type="sldNum" sz="quarter" idx="16"/>
          </p:nvPr>
        </p:nvSpPr>
        <p:spPr/>
        <p:txBody>
          <a:bodyPr rtlCol="0"/>
          <a:lstStyle/>
          <a:p>
            <a:fld id="{16AA645C-BDC5-4D0A-B00F-BD8F162A46FD}"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solidFill>
                <a:srgbClr val="4E5B6F"/>
              </a:solidFill>
            </a:endParaRPr>
          </a:p>
        </p:txBody>
      </p:sp>
    </p:spTree>
    <p:extLst>
      <p:ext uri="{BB962C8B-B14F-4D97-AF65-F5344CB8AC3E}">
        <p14:creationId xmlns="" xmlns:p14="http://schemas.microsoft.com/office/powerpoint/2010/main" val="359578446"/>
      </p:ext>
    </p:extLst>
  </p:cSld>
  <p:clrMapOvr>
    <a:masterClrMapping/>
  </p:clrMapOvr>
  <p:transition>
    <p:cover/>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2" name="Slide Number Placeholder 11"/>
          <p:cNvSpPr>
            <a:spLocks noGrp="1"/>
          </p:cNvSpPr>
          <p:nvPr>
            <p:ph type="sldNum" sz="quarter" idx="16"/>
          </p:nvPr>
        </p:nvSpPr>
        <p:spPr/>
        <p:txBody>
          <a:bodyPr rtlCol="0"/>
          <a:lstStyle/>
          <a:p>
            <a:fld id="{16AA645C-BDC5-4D0A-B00F-BD8F162A46FD}"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solidFill>
                <a:srgbClr val="4E5B6F"/>
              </a:solidFill>
            </a:endParaRP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extLst>
      <p:ext uri="{BB962C8B-B14F-4D97-AF65-F5344CB8AC3E}">
        <p14:creationId xmlns="" xmlns:p14="http://schemas.microsoft.com/office/powerpoint/2010/main" val="941897996"/>
      </p:ext>
    </p:extLst>
  </p:cSld>
  <p:clrMapOvr>
    <a:masterClrMapping/>
  </p:clrMapOvr>
  <p:transition>
    <p:cover/>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4" name="Footer Placeholder 3"/>
          <p:cNvSpPr>
            <a:spLocks noGrp="1"/>
          </p:cNvSpPr>
          <p:nvPr>
            <p:ph type="ftr" sz="quarter" idx="11"/>
          </p:nvPr>
        </p:nvSpPr>
        <p:spPr/>
        <p:txBody>
          <a:bodyPr/>
          <a:lstStyle/>
          <a:p>
            <a:endParaRPr lang="en-US">
              <a:solidFill>
                <a:srgbClr val="4E5B6F"/>
              </a:solidFill>
            </a:endParaRPr>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3235768985"/>
      </p:ext>
    </p:extLst>
  </p:cSld>
  <p:clrMapOvr>
    <a:masterClrMapping/>
  </p:clrMapOvr>
  <p:transition>
    <p:cover/>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3" name="Footer Placeholder 2"/>
          <p:cNvSpPr>
            <a:spLocks noGrp="1"/>
          </p:cNvSpPr>
          <p:nvPr>
            <p:ph type="ftr" sz="quarter" idx="11"/>
          </p:nvPr>
        </p:nvSpPr>
        <p:spPr/>
        <p:txBody>
          <a:bodyPr/>
          <a:lstStyle/>
          <a:p>
            <a:endParaRPr lang="en-US">
              <a:solidFill>
                <a:srgbClr val="4E5B6F"/>
              </a:solidFill>
            </a:endParaRP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16AA645C-BDC5-4D0A-B00F-BD8F162A46FD}" type="slidenum">
              <a:rPr lang="en-US" smtClean="0">
                <a:solidFill>
                  <a:srgbClr val="4E5B6F"/>
                </a:solidFill>
              </a:rPr>
              <a:pPr/>
              <a:t>‹#›</a:t>
            </a:fld>
            <a:endParaRPr lang="en-US">
              <a:solidFill>
                <a:srgbClr val="4E5B6F"/>
              </a:solidFill>
            </a:endParaRPr>
          </a:p>
        </p:txBody>
      </p:sp>
    </p:spTree>
    <p:extLst>
      <p:ext uri="{BB962C8B-B14F-4D97-AF65-F5344CB8AC3E}">
        <p14:creationId xmlns="" xmlns:p14="http://schemas.microsoft.com/office/powerpoint/2010/main" val="2216704833"/>
      </p:ext>
    </p:extLst>
  </p:cSld>
  <p:clrMapOvr>
    <a:masterClrMapping/>
  </p:clrMapOvr>
  <p:transition>
    <p:cover/>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6" name="Footer Placeholder 5"/>
          <p:cNvSpPr>
            <a:spLocks noGrp="1"/>
          </p:cNvSpPr>
          <p:nvPr>
            <p:ph type="ftr" sz="quarter" idx="11"/>
          </p:nvPr>
        </p:nvSpPr>
        <p:spPr/>
        <p:txBody>
          <a:bodyPr/>
          <a:lstStyle/>
          <a:p>
            <a:endParaRPr lang="en-US">
              <a:solidFill>
                <a:srgbClr val="4E5B6F"/>
              </a:solidFill>
            </a:endParaRPr>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3362227572"/>
      </p:ext>
    </p:extLst>
  </p:cSld>
  <p:clrMapOvr>
    <a:masterClrMapping/>
  </p:clrMapOvr>
  <p:transition>
    <p:cover/>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Date Placeholder 11"/>
          <p:cNvSpPr>
            <a:spLocks noGrp="1"/>
          </p:cNvSpPr>
          <p:nvPr>
            <p:ph type="dt" sz="half" idx="10"/>
          </p:nvPr>
        </p:nvSpPr>
        <p:spPr>
          <a:xfrm>
            <a:off x="6248400" y="6248400"/>
            <a:ext cx="2667000" cy="365125"/>
          </a:xfrm>
        </p:spPr>
        <p:txBody>
          <a:bodyPr rtlCol="0"/>
          <a:lstStyle/>
          <a:p>
            <a:fld id="{848F51FB-F9FC-4CDB-8176-F3AB6CEF69B2}" type="datetimeFigureOut">
              <a:rPr lang="en-US" smtClean="0">
                <a:solidFill>
                  <a:srgbClr val="4E5B6F"/>
                </a:solidFill>
              </a:rPr>
              <a:pPr/>
              <a:t>7/12/2022</a:t>
            </a:fld>
            <a:endParaRPr lang="en-US">
              <a:solidFill>
                <a:srgbClr val="4E5B6F"/>
              </a:solidFill>
            </a:endParaRPr>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solidFill>
                <a:srgbClr val="4E5B6F"/>
              </a:solidFill>
            </a:endParaRP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extLst>
      <p:ext uri="{BB962C8B-B14F-4D97-AF65-F5344CB8AC3E}">
        <p14:creationId xmlns="" xmlns:p14="http://schemas.microsoft.com/office/powerpoint/2010/main" val="2442563439"/>
      </p:ext>
    </p:extLst>
  </p:cSld>
  <p:clrMapOvr>
    <a:masterClrMapping/>
  </p:clrMapOvr>
  <p:transition>
    <p:cover/>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p:txBody>
          <a:bodyPr/>
          <a:lstStyle/>
          <a:p>
            <a:endParaRPr lang="en-US">
              <a:solidFill>
                <a:srgbClr val="4E5B6F"/>
              </a:solidFill>
            </a:endParaRPr>
          </a:p>
        </p:txBody>
      </p:sp>
      <p:sp>
        <p:nvSpPr>
          <p:cNvPr id="6" name="Slide Number Placeholder 5"/>
          <p:cNvSpPr>
            <a:spLocks noGrp="1"/>
          </p:cNvSpPr>
          <p:nvPr>
            <p:ph type="sldNum" sz="quarter" idx="12"/>
          </p:nvPr>
        </p:nvSpPr>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1184245310"/>
      </p:ext>
    </p:extLst>
  </p:cSld>
  <p:clrMapOvr>
    <a:masterClrMapping/>
  </p:clrMapOvr>
  <p:transition>
    <p:cover/>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5" name="Footer Placeholder 4"/>
          <p:cNvSpPr>
            <a:spLocks noGrp="1"/>
          </p:cNvSpPr>
          <p:nvPr>
            <p:ph type="ftr" sz="quarter" idx="11"/>
          </p:nvPr>
        </p:nvSpPr>
        <p:spPr>
          <a:xfrm>
            <a:off x="457201" y="6248207"/>
            <a:ext cx="5573483" cy="365125"/>
          </a:xfrm>
        </p:spPr>
        <p:txBody>
          <a:bodyPr/>
          <a:lstStyle/>
          <a:p>
            <a:endParaRPr lang="en-US">
              <a:solidFill>
                <a:srgbClr val="4E5B6F"/>
              </a:solidFill>
            </a:endParaRPr>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Slide Number Placeholder 5"/>
          <p:cNvSpPr>
            <a:spLocks noGrp="1"/>
          </p:cNvSpPr>
          <p:nvPr>
            <p:ph type="sldNum" sz="quarter" idx="12"/>
          </p:nvPr>
        </p:nvSpPr>
        <p:spPr>
          <a:xfrm rot="5400000">
            <a:off x="5989638" y="144462"/>
            <a:ext cx="533400" cy="244476"/>
          </a:xfrm>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710222273"/>
      </p:ext>
    </p:extLst>
  </p:cSld>
  <p:clrMapOvr>
    <a:masterClrMapping/>
  </p:clrMapOvr>
  <p:transition>
    <p:cover/>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848F51FB-F9FC-4CDB-8176-F3AB6CEF69B2}" type="datetimeFigureOut">
              <a:rPr lang="en-US" smtClean="0"/>
              <a:pPr/>
              <a:t>7/12/2022</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2756797613"/>
      </p:ext>
    </p:extLst>
  </p:cSld>
  <p:clrMapOvr>
    <a:masterClrMapping/>
  </p:clrMapOvr>
  <p:transition>
    <p:cover/>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pPr/>
              <a:t>7/12/2022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2220815005"/>
      </p:ext>
    </p:extLst>
  </p:cSld>
  <p:clrMapOvr>
    <a:masterClrMapping/>
  </p:clrMapOvr>
  <p:transition>
    <p:cover/>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848F51FB-F9FC-4CDB-8176-F3AB6CEF69B2}" type="datetimeFigureOut">
              <a:rPr lang="en-US" smtClean="0"/>
              <a:pPr/>
              <a:t>7/12/2022</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extLst>
      <p:ext uri="{BB962C8B-B14F-4D97-AF65-F5344CB8AC3E}">
        <p14:creationId xmlns="" xmlns:p14="http://schemas.microsoft.com/office/powerpoint/2010/main" val="1015631058"/>
      </p:ext>
    </p:extLst>
  </p:cSld>
  <p:clrMapOvr>
    <a:masterClrMapping/>
  </p:clrMapOvr>
  <p:transition>
    <p:cover/>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848F51FB-F9FC-4CDB-8176-F3AB6CEF69B2}" type="datetimeFigureOut">
              <a:rPr lang="en-US" smtClean="0"/>
              <a:pPr/>
              <a:t>7/12/2022</a:t>
            </a:fld>
            <a:endParaRPr lang="en-US"/>
          </a:p>
        </p:txBody>
      </p:sp>
      <p:sp>
        <p:nvSpPr>
          <p:cNvPr id="10" name="Slide Number Placeholder 9"/>
          <p:cNvSpPr>
            <a:spLocks noGrp="1"/>
          </p:cNvSpPr>
          <p:nvPr>
            <p:ph type="sldNum" sz="quarter" idx="16"/>
          </p:nvPr>
        </p:nvSpPr>
        <p:spPr/>
        <p:txBody>
          <a:bodyPr rtlCol="0"/>
          <a:lstStyle/>
          <a:p>
            <a:fld id="{16AA645C-BDC5-4D0A-B00F-BD8F162A46FD}"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extLst>
      <p:ext uri="{BB962C8B-B14F-4D97-AF65-F5344CB8AC3E}">
        <p14:creationId xmlns="" xmlns:p14="http://schemas.microsoft.com/office/powerpoint/2010/main" val="3241308104"/>
      </p:ext>
    </p:extLst>
  </p:cSld>
  <p:clrMapOvr>
    <a:masterClrMapping/>
  </p:clrMapOvr>
  <p:transition>
    <p:cover/>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848F51FB-F9FC-4CDB-8176-F3AB6CEF69B2}" type="datetimeFigureOut">
              <a:rPr lang="en-US" smtClean="0"/>
              <a:pPr/>
              <a:t>7/12/2022</a:t>
            </a:fld>
            <a:endParaRPr lang="en-US"/>
          </a:p>
        </p:txBody>
      </p:sp>
      <p:sp>
        <p:nvSpPr>
          <p:cNvPr id="12" name="Slide Number Placeholder 11"/>
          <p:cNvSpPr>
            <a:spLocks noGrp="1"/>
          </p:cNvSpPr>
          <p:nvPr>
            <p:ph type="sldNum" sz="quarter" idx="16"/>
          </p:nvPr>
        </p:nvSpPr>
        <p:spPr/>
        <p:txBody>
          <a:bodyPr rtlCol="0"/>
          <a:lstStyle/>
          <a:p>
            <a:fld id="{16AA645C-BDC5-4D0A-B00F-BD8F162A46FD}"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extLst>
      <p:ext uri="{BB962C8B-B14F-4D97-AF65-F5344CB8AC3E}">
        <p14:creationId xmlns="" xmlns:p14="http://schemas.microsoft.com/office/powerpoint/2010/main" val="55001286"/>
      </p:ext>
    </p:extLst>
  </p:cSld>
  <p:clrMapOvr>
    <a:masterClrMapping/>
  </p:clrMapOvr>
  <p:transition>
    <p:cover/>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48F51FB-F9FC-4CDB-8176-F3AB6CEF69B2}" type="datetimeFigureOut">
              <a:rPr lang="en-US" smtClean="0"/>
              <a:pPr/>
              <a:t>7/12/2022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545761543"/>
      </p:ext>
    </p:extLst>
  </p:cSld>
  <p:clrMapOvr>
    <a:masterClrMapping/>
  </p:clrMapOvr>
  <p:transition>
    <p:cover/>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8F51FB-F9FC-4CDB-8176-F3AB6CEF69B2}" type="datetimeFigureOut">
              <a:rPr lang="en-US" smtClean="0"/>
              <a:pPr/>
              <a:t>7/12/2022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1718594609"/>
      </p:ext>
    </p:extLst>
  </p:cSld>
  <p:clrMapOvr>
    <a:masterClrMapping/>
  </p:clrMapOvr>
  <p:transition>
    <p:cover/>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848F51FB-F9FC-4CDB-8176-F3AB6CEF69B2}" type="datetimeFigureOut">
              <a:rPr lang="en-US" smtClean="0"/>
              <a:pPr/>
              <a:t>7/12/2022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16AA645C-BDC5-4D0A-B00F-BD8F162A46FD}"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 xmlns:p14="http://schemas.microsoft.com/office/powerpoint/2010/main" val="1787144501"/>
      </p:ext>
    </p:extLst>
  </p:cSld>
  <p:clrMapOvr>
    <a:masterClrMapping/>
  </p:clrMapOvr>
  <p:transition>
    <p:cover/>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848F51FB-F9FC-4CDB-8176-F3AB6CEF69B2}" type="datetimeFigureOut">
              <a:rPr lang="en-US" smtClean="0"/>
              <a:pPr/>
              <a:t>7/12/2022</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16AA645C-BDC5-4D0A-B00F-BD8F162A46FD}"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extLst>
      <p:ext uri="{BB962C8B-B14F-4D97-AF65-F5344CB8AC3E}">
        <p14:creationId xmlns="" xmlns:p14="http://schemas.microsoft.com/office/powerpoint/2010/main" val="1809878444"/>
      </p:ext>
    </p:extLst>
  </p:cSld>
  <p:clrMapOvr>
    <a:masterClrMapping/>
  </p:clrMapOvr>
  <p:transition>
    <p:cover/>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48F51FB-F9FC-4CDB-8176-F3AB6CEF69B2}" type="datetimeFigureOut">
              <a:rPr lang="en-US" smtClean="0"/>
              <a:pPr/>
              <a:t>7/12/2022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941086640"/>
      </p:ext>
    </p:extLst>
  </p:cSld>
  <p:clrMapOvr>
    <a:masterClrMapping/>
  </p:clrMapOvr>
  <p:transition>
    <p:cover/>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848F51FB-F9FC-4CDB-8176-F3AB6CEF69B2}" type="datetimeFigureOut">
              <a:rPr lang="en-US" smtClean="0"/>
              <a:pPr/>
              <a:t>7/12/2022</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194733314"/>
      </p:ext>
    </p:extLst>
  </p:cSld>
  <p:clrMapOvr>
    <a:masterClrMapping/>
  </p:clrMapOvr>
  <p:transition>
    <p:cover/>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extLst/>
          </a:lstStyle>
          <a:p>
            <a:r>
              <a:rPr lang="en-US" smtClean="0"/>
              <a:t>September, 2005</a:t>
            </a:r>
            <a:endParaRPr lang="en-US"/>
          </a:p>
        </p:txBody>
      </p:sp>
      <p:sp>
        <p:nvSpPr>
          <p:cNvPr id="17" name="Footer Placeholder 16"/>
          <p:cNvSpPr>
            <a:spLocks noGrp="1"/>
          </p:cNvSpPr>
          <p:nvPr>
            <p:ph type="ftr" sz="quarter" idx="11"/>
          </p:nvPr>
        </p:nvSpPr>
        <p:spPr/>
        <p:txBody>
          <a:bodyPr/>
          <a:lstStyle>
            <a:extLst/>
          </a:lstStyle>
          <a:p>
            <a:r>
              <a:rPr lang="en-US" smtClean="0"/>
              <a:t>E. W.G</a:t>
            </a:r>
            <a:endParaRPr lang="en-US"/>
          </a:p>
        </p:txBody>
      </p:sp>
      <p:sp>
        <p:nvSpPr>
          <p:cNvPr id="29" name="Slide Number Placeholder 28"/>
          <p:cNvSpPr>
            <a:spLocks noGrp="1"/>
          </p:cNvSpPr>
          <p:nvPr>
            <p:ph type="sldNum" sz="quarter" idx="12"/>
          </p:nvPr>
        </p:nvSpPr>
        <p:spPr/>
        <p:txBody>
          <a:bodyPr/>
          <a:lstStyle>
            <a:extLst/>
          </a:lstStyle>
          <a:p>
            <a:fld id="{AD11457B-7433-42AD-BA61-05DF5B53CDC1}" type="slidenum">
              <a:rPr lang="en-US" smtClean="0"/>
              <a:pPr/>
              <a:t>‹#›</a:t>
            </a:fld>
            <a:endParaRPr lang="en-US"/>
          </a:p>
        </p:txBody>
      </p:sp>
      <p:sp>
        <p:nvSpPr>
          <p:cNvPr id="32" name="Rectangle 31"/>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9" name="Rectangle 38"/>
          <p:cNvSpPr/>
          <p:nvPr/>
        </p:nvSpPr>
        <p:spPr>
          <a:xfrm>
            <a:off x="309558" y="680477"/>
            <a:ext cx="4572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0" name="Rectangle 39"/>
          <p:cNvSpPr/>
          <p:nvPr/>
        </p:nvSpPr>
        <p:spPr>
          <a:xfrm>
            <a:off x="269073"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1" name="Rectangle 40"/>
          <p:cNvSpPr/>
          <p:nvPr/>
        </p:nvSpPr>
        <p:spPr>
          <a:xfrm>
            <a:off x="25002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42" name="Rectangle 41"/>
          <p:cNvSpPr/>
          <p:nvPr/>
        </p:nvSpPr>
        <p:spPr>
          <a:xfrm>
            <a:off x="221768"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8" name="Title 7"/>
          <p:cNvSpPr>
            <a:spLocks noGrp="1"/>
          </p:cNvSpPr>
          <p:nvPr>
            <p:ph type="ctrTitle"/>
          </p:nvPr>
        </p:nvSpPr>
        <p:spPr>
          <a:xfrm>
            <a:off x="914400" y="4343400"/>
            <a:ext cx="7772400" cy="1975104"/>
          </a:xfrm>
        </p:spPr>
        <p:txBody>
          <a:bodyPr/>
          <a:lstStyle>
            <a:lvl1pPr marR="9144" algn="l">
              <a:defRPr sz="4000" b="1" cap="all" spc="0" baseline="0">
                <a:effectLst>
                  <a:reflection blurRad="12700" stA="34000" endA="740" endPos="53000" dir="5400000" sy="-100000" algn="bl" rotWithShape="0"/>
                </a:effectLst>
              </a:defRPr>
            </a:lvl1pPr>
            <a:extLst/>
          </a:lstStyle>
          <a:p>
            <a:r>
              <a:rPr kumimoji="0" lang="en-US" smtClean="0"/>
              <a:t>Click to edit Master title style</a:t>
            </a:r>
            <a:endParaRPr kumimoji="0" lang="en-US"/>
          </a:p>
        </p:txBody>
      </p:sp>
      <p:sp>
        <p:nvSpPr>
          <p:cNvPr id="9" name="Subtitle 8"/>
          <p:cNvSpPr>
            <a:spLocks noGrp="1"/>
          </p:cNvSpPr>
          <p:nvPr>
            <p:ph type="subTitle" idx="1"/>
          </p:nvPr>
        </p:nvSpPr>
        <p:spPr>
          <a:xfrm>
            <a:off x="914400" y="2834640"/>
            <a:ext cx="77724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56" name="Rectangle 55"/>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5" name="Rectangle 64"/>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6" name="Rectangle 65"/>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7" name="Rectangle 66"/>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transition spd="slow">
    <p:newsflash/>
    <p:sndAc>
      <p:stSnd>
        <p:snd r:embed="rId1" name="chimes.wav" builtIn="1"/>
      </p:stSnd>
    </p:sndAc>
  </p:transition>
  <p:timing>
    <p:tnLst>
      <p:par>
        <p:cTn id="1" dur="indefinite" restart="never" nodeType="tmRoot"/>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r>
              <a:rPr lang="en-US" smtClean="0"/>
              <a:t>September, 2005</a:t>
            </a:r>
            <a:endParaRPr lang="en-US"/>
          </a:p>
        </p:txBody>
      </p:sp>
      <p:sp>
        <p:nvSpPr>
          <p:cNvPr id="5" name="Footer Placeholder 4"/>
          <p:cNvSpPr>
            <a:spLocks noGrp="1"/>
          </p:cNvSpPr>
          <p:nvPr>
            <p:ph type="ftr" sz="quarter" idx="11"/>
          </p:nvPr>
        </p:nvSpPr>
        <p:spPr/>
        <p:txBody>
          <a:bodyPr/>
          <a:lstStyle>
            <a:extLst/>
          </a:lstStyle>
          <a:p>
            <a:r>
              <a:rPr lang="en-US" smtClean="0"/>
              <a:t>E. W.G</a:t>
            </a:r>
            <a:endParaRPr lang="en-US"/>
          </a:p>
        </p:txBody>
      </p:sp>
      <p:sp>
        <p:nvSpPr>
          <p:cNvPr id="6" name="Slide Number Placeholder 5"/>
          <p:cNvSpPr>
            <a:spLocks noGrp="1"/>
          </p:cNvSpPr>
          <p:nvPr>
            <p:ph type="sldNum" sz="quarter" idx="12"/>
          </p:nvPr>
        </p:nvSpPr>
        <p:spPr/>
        <p:txBody>
          <a:bodyPr/>
          <a:lstStyle>
            <a:extLst/>
          </a:lstStyle>
          <a:p>
            <a:fld id="{AD11457B-7433-42AD-BA61-05DF5B53CDC1}" type="slidenum">
              <a:rPr lang="en-US" smtClean="0"/>
              <a:pPr/>
              <a:t>‹#›</a:t>
            </a:fld>
            <a:endParaRPr lang="en-US"/>
          </a:p>
        </p:txBody>
      </p:sp>
    </p:spTree>
  </p:cSld>
  <p:clrMapOvr>
    <a:masterClrMapping/>
  </p:clrMapOvr>
  <p:transition spd="slow">
    <p:newsflash/>
    <p:sndAc>
      <p:stSnd>
        <p:snd r:embed="rId1" name="chimes.wav" builtIn="1"/>
      </p:stSnd>
    </p:sndAc>
  </p:transition>
  <p:timing>
    <p:tnLst>
      <p:par>
        <p:cTn id="1" dur="indefinite" restart="never" nodeType="tmRoot"/>
      </p:par>
    </p:tn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a:spLocks/>
          </p:cNvSpPr>
          <p:nvPr/>
        </p:nvSpPr>
        <p:spPr bwMode="auto">
          <a:xfrm>
            <a:off x="4828952" y="1073888"/>
            <a:ext cx="4322136"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5" name="Freeform 14"/>
          <p:cNvSpPr>
            <a:spLocks/>
          </p:cNvSpPr>
          <p:nvPr/>
        </p:nvSpPr>
        <p:spPr bwMode="auto">
          <a:xfrm>
            <a:off x="373966" y="0"/>
            <a:ext cx="5514536"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3" name="Freeform 12"/>
          <p:cNvSpPr>
            <a:spLocks/>
          </p:cNvSpPr>
          <p:nvPr/>
        </p:nvSpPr>
        <p:spPr bwMode="auto">
          <a:xfrm rot="5236414">
            <a:off x="4462128" y="1483600"/>
            <a:ext cx="4114800" cy="118872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6" name="Freeform 15"/>
          <p:cNvSpPr>
            <a:spLocks/>
          </p:cNvSpPr>
          <p:nvPr/>
        </p:nvSpPr>
        <p:spPr bwMode="auto">
          <a:xfrm>
            <a:off x="5943600" y="0"/>
            <a:ext cx="27432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7" name="Freeform 16"/>
          <p:cNvSpPr>
            <a:spLocks/>
          </p:cNvSpPr>
          <p:nvPr/>
        </p:nvSpPr>
        <p:spPr bwMode="auto">
          <a:xfrm>
            <a:off x="5943600" y="4267200"/>
            <a:ext cx="32004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8" name="Freeform 17"/>
          <p:cNvSpPr>
            <a:spLocks/>
          </p:cNvSpPr>
          <p:nvPr/>
        </p:nvSpPr>
        <p:spPr bwMode="auto">
          <a:xfrm>
            <a:off x="5943600" y="0"/>
            <a:ext cx="13716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9" name="Freeform 18"/>
          <p:cNvSpPr>
            <a:spLocks/>
          </p:cNvSpPr>
          <p:nvPr/>
        </p:nvSpPr>
        <p:spPr bwMode="auto">
          <a:xfrm>
            <a:off x="5948363" y="4246563"/>
            <a:ext cx="2090737"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0" name="Freeform 19"/>
          <p:cNvSpPr>
            <a:spLocks/>
          </p:cNvSpPr>
          <p:nvPr/>
        </p:nvSpPr>
        <p:spPr bwMode="auto">
          <a:xfrm>
            <a:off x="5943600" y="4267200"/>
            <a:ext cx="16002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1" name="Freeform 20"/>
          <p:cNvSpPr>
            <a:spLocks/>
          </p:cNvSpPr>
          <p:nvPr/>
        </p:nvSpPr>
        <p:spPr bwMode="auto">
          <a:xfrm>
            <a:off x="5943600" y="1371600"/>
            <a:ext cx="32004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2" name="Freeform 21"/>
          <p:cNvSpPr>
            <a:spLocks/>
          </p:cNvSpPr>
          <p:nvPr/>
        </p:nvSpPr>
        <p:spPr bwMode="auto">
          <a:xfrm>
            <a:off x="5943600" y="1752600"/>
            <a:ext cx="32004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3" name="Freeform 22"/>
          <p:cNvSpPr>
            <a:spLocks/>
          </p:cNvSpPr>
          <p:nvPr/>
        </p:nvSpPr>
        <p:spPr bwMode="auto">
          <a:xfrm>
            <a:off x="990600" y="4267200"/>
            <a:ext cx="4953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4" name="Freeform 23"/>
          <p:cNvSpPr>
            <a:spLocks/>
          </p:cNvSpPr>
          <p:nvPr/>
        </p:nvSpPr>
        <p:spPr bwMode="auto">
          <a:xfrm>
            <a:off x="533400" y="4267200"/>
            <a:ext cx="533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5" name="Freeform 24"/>
          <p:cNvSpPr>
            <a:spLocks/>
          </p:cNvSpPr>
          <p:nvPr/>
        </p:nvSpPr>
        <p:spPr bwMode="auto">
          <a:xfrm>
            <a:off x="366824" y="2438400"/>
            <a:ext cx="56388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6" name="Freeform 25"/>
          <p:cNvSpPr>
            <a:spLocks/>
          </p:cNvSpPr>
          <p:nvPr/>
        </p:nvSpPr>
        <p:spPr bwMode="auto">
          <a:xfrm>
            <a:off x="366824" y="2133600"/>
            <a:ext cx="56388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7" name="Freeform 26"/>
          <p:cNvSpPr>
            <a:spLocks/>
          </p:cNvSpPr>
          <p:nvPr/>
        </p:nvSpPr>
        <p:spPr bwMode="auto">
          <a:xfrm>
            <a:off x="4572000" y="4267200"/>
            <a:ext cx="13716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3" name="Text Placeholder 2"/>
          <p:cNvSpPr>
            <a:spLocks noGrp="1"/>
          </p:cNvSpPr>
          <p:nvPr>
            <p:ph type="body" idx="1"/>
          </p:nvPr>
        </p:nvSpPr>
        <p:spPr>
          <a:xfrm>
            <a:off x="706902" y="1351672"/>
            <a:ext cx="5718048" cy="977486"/>
          </a:xfrm>
        </p:spPr>
        <p:txBody>
          <a:bodyPr lIns="82296" tIns="45720" bIns="0" anchor="t"/>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r>
              <a:rPr lang="en-US" smtClean="0"/>
              <a:t>September, 2005</a:t>
            </a:r>
            <a:endParaRPr lang="en-US"/>
          </a:p>
        </p:txBody>
      </p:sp>
      <p:sp>
        <p:nvSpPr>
          <p:cNvPr id="5" name="Footer Placeholder 4"/>
          <p:cNvSpPr>
            <a:spLocks noGrp="1"/>
          </p:cNvSpPr>
          <p:nvPr>
            <p:ph type="ftr" sz="quarter" idx="11"/>
          </p:nvPr>
        </p:nvSpPr>
        <p:spPr/>
        <p:txBody>
          <a:bodyPr/>
          <a:lstStyle>
            <a:extLst/>
          </a:lstStyle>
          <a:p>
            <a:r>
              <a:rPr lang="en-US" smtClean="0"/>
              <a:t>E. W.G</a:t>
            </a:r>
            <a:endParaRPr lang="en-US"/>
          </a:p>
        </p:txBody>
      </p:sp>
      <p:sp>
        <p:nvSpPr>
          <p:cNvPr id="6" name="Slide Number Placeholder 5"/>
          <p:cNvSpPr>
            <a:spLocks noGrp="1"/>
          </p:cNvSpPr>
          <p:nvPr>
            <p:ph type="sldNum" sz="quarter" idx="12"/>
          </p:nvPr>
        </p:nvSpPr>
        <p:spPr/>
        <p:txBody>
          <a:bodyPr/>
          <a:lstStyle>
            <a:extLst/>
          </a:lstStyle>
          <a:p>
            <a:fld id="{AD11457B-7433-42AD-BA61-05DF5B53CDC1}" type="slidenum">
              <a:rPr lang="en-US" smtClean="0"/>
              <a:pPr/>
              <a:t>‹#›</a:t>
            </a:fld>
            <a:endParaRPr lang="en-US"/>
          </a:p>
        </p:txBody>
      </p:sp>
      <p:sp>
        <p:nvSpPr>
          <p:cNvPr id="7" name="Rectangle 6"/>
          <p:cNvSpPr/>
          <p:nvPr/>
        </p:nvSpPr>
        <p:spPr>
          <a:xfrm>
            <a:off x="363160" y="402264"/>
            <a:ext cx="850392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706902" y="512064"/>
            <a:ext cx="8156448" cy="777240"/>
          </a:xfrm>
        </p:spPr>
        <p:txBody>
          <a:bodyPr tIns="64008"/>
          <a:lstStyle>
            <a:lvl1pPr algn="l">
              <a:buNone/>
              <a:defRPr sz="3800" b="0" cap="none" spc="-150" baseline="0"/>
            </a:lvl1pPr>
            <a:extLst/>
          </a:lstStyle>
          <a:p>
            <a:r>
              <a:rPr kumimoji="0" lang="en-US" smtClean="0"/>
              <a:t>Click to edit Master title style</a:t>
            </a:r>
            <a:endParaRPr kumimoji="0" lang="en-US"/>
          </a:p>
        </p:txBody>
      </p:sp>
      <p:sp>
        <p:nvSpPr>
          <p:cNvPr id="8" name="Rectangle 7"/>
          <p:cNvSpPr/>
          <p:nvPr/>
        </p:nvSpPr>
        <p:spPr>
          <a:xfrm flipH="1">
            <a:off x="371538"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Rectangle 8"/>
          <p:cNvSpPr/>
          <p:nvPr/>
        </p:nvSpPr>
        <p:spPr>
          <a:xfrm flipH="1">
            <a:off x="411109"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0" name="Rectangle 9"/>
          <p:cNvSpPr/>
          <p:nvPr/>
        </p:nvSpPr>
        <p:spPr>
          <a:xfrm flipH="1">
            <a:off x="44845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ectangle 10"/>
          <p:cNvSpPr/>
          <p:nvPr/>
        </p:nvSpPr>
        <p:spPr>
          <a:xfrm flipH="1">
            <a:off x="476702"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500478"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transition spd="slow">
    <p:newsflash/>
    <p:sndAc>
      <p:stSnd>
        <p:snd r:embed="rId1" name="chimes.wav" builtIn="1"/>
      </p:stSnd>
    </p:sndAc>
  </p:transition>
  <p:timing>
    <p:tnLst>
      <p:par>
        <p:cTn id="1" dur="indefinite" restart="never" nodeType="tmRoot"/>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12064"/>
            <a:ext cx="8229600" cy="9144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64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55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r>
              <a:rPr lang="en-US" smtClean="0"/>
              <a:t>September, 2005</a:t>
            </a:r>
            <a:endParaRPr lang="en-US"/>
          </a:p>
        </p:txBody>
      </p:sp>
      <p:sp>
        <p:nvSpPr>
          <p:cNvPr id="6" name="Footer Placeholder 5"/>
          <p:cNvSpPr>
            <a:spLocks noGrp="1"/>
          </p:cNvSpPr>
          <p:nvPr>
            <p:ph type="ftr" sz="quarter" idx="11"/>
          </p:nvPr>
        </p:nvSpPr>
        <p:spPr/>
        <p:txBody>
          <a:bodyPr/>
          <a:lstStyle>
            <a:extLst/>
          </a:lstStyle>
          <a:p>
            <a:r>
              <a:rPr lang="en-US" smtClean="0"/>
              <a:t>E. W.G</a:t>
            </a:r>
            <a:endParaRPr lang="en-US"/>
          </a:p>
        </p:txBody>
      </p:sp>
      <p:sp>
        <p:nvSpPr>
          <p:cNvPr id="7" name="Slide Number Placeholder 6"/>
          <p:cNvSpPr>
            <a:spLocks noGrp="1"/>
          </p:cNvSpPr>
          <p:nvPr>
            <p:ph type="sldNum" sz="quarter" idx="12"/>
          </p:nvPr>
        </p:nvSpPr>
        <p:spPr/>
        <p:txBody>
          <a:bodyPr/>
          <a:lstStyle>
            <a:extLst/>
          </a:lstStyle>
          <a:p>
            <a:fld id="{AD11457B-7433-42AD-BA61-05DF5B53CDC1}" type="slidenum">
              <a:rPr lang="en-US" smtClean="0"/>
              <a:pPr/>
              <a:t>‹#›</a:t>
            </a:fld>
            <a:endParaRPr lang="en-US"/>
          </a:p>
        </p:txBody>
      </p:sp>
    </p:spTree>
  </p:cSld>
  <p:clrMapOvr>
    <a:masterClrMapping/>
  </p:clrMapOvr>
  <p:transition spd="slow">
    <p:newsflash/>
    <p:sndAc>
      <p:stSnd>
        <p:snd r:embed="rId1" name="chimes.wav" builtIn="1"/>
      </p:stSnd>
    </p:sndAc>
  </p:transition>
  <p:timing>
    <p:tnLst>
      <p:par>
        <p:cTn id="1" dur="indefinite" restart="never" nodeType="tmRoot"/>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02265"/>
            <a:ext cx="886708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504824" y="512064"/>
            <a:ext cx="7772400" cy="914400"/>
          </a:xfrm>
        </p:spPr>
        <p:txBody>
          <a:bodyPr anchor="t"/>
          <a:lstStyle>
            <a:lvl1pPr>
              <a:defRPr sz="400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09750"/>
            <a:ext cx="4040188"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09750"/>
            <a:ext cx="4041775"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459037"/>
            <a:ext cx="4040188"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459037"/>
            <a:ext cx="4041775"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r>
              <a:rPr lang="en-US" smtClean="0"/>
              <a:t>September, 2005</a:t>
            </a:r>
            <a:endParaRPr lang="en-US"/>
          </a:p>
        </p:txBody>
      </p:sp>
      <p:sp>
        <p:nvSpPr>
          <p:cNvPr id="8" name="Footer Placeholder 7"/>
          <p:cNvSpPr>
            <a:spLocks noGrp="1"/>
          </p:cNvSpPr>
          <p:nvPr>
            <p:ph type="ftr" sz="quarter" idx="11"/>
          </p:nvPr>
        </p:nvSpPr>
        <p:spPr/>
        <p:txBody>
          <a:bodyPr/>
          <a:lstStyle>
            <a:extLst/>
          </a:lstStyle>
          <a:p>
            <a:r>
              <a:rPr lang="en-US" smtClean="0"/>
              <a:t>E. W.G</a:t>
            </a:r>
            <a:endParaRPr lang="en-US"/>
          </a:p>
        </p:txBody>
      </p:sp>
      <p:sp>
        <p:nvSpPr>
          <p:cNvPr id="9" name="Slide Number Placeholder 8"/>
          <p:cNvSpPr>
            <a:spLocks noGrp="1"/>
          </p:cNvSpPr>
          <p:nvPr>
            <p:ph type="sldNum" sz="quarter" idx="12"/>
          </p:nvPr>
        </p:nvSpPr>
        <p:spPr/>
        <p:txBody>
          <a:bodyPr/>
          <a:lstStyle>
            <a:extLst/>
          </a:lstStyle>
          <a:p>
            <a:fld id="{AD11457B-7433-42AD-BA61-05DF5B53CDC1}" type="slidenum">
              <a:rPr lang="en-US" smtClean="0"/>
              <a:pPr/>
              <a:t>‹#›</a:t>
            </a:fld>
            <a:endParaRPr lang="en-US"/>
          </a:p>
        </p:txBody>
      </p:sp>
      <p:sp>
        <p:nvSpPr>
          <p:cNvPr id="16" name="Rectangle 15"/>
          <p:cNvSpPr/>
          <p:nvPr/>
        </p:nvSpPr>
        <p:spPr>
          <a:xfrm>
            <a:off x="87790" y="680477"/>
            <a:ext cx="4572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7" name="Rectangle 16"/>
          <p:cNvSpPr/>
          <p:nvPr/>
        </p:nvSpPr>
        <p:spPr>
          <a:xfrm>
            <a:off x="47305"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8" name="Rectangle 17"/>
          <p:cNvSpPr/>
          <p:nvPr/>
        </p:nvSpPr>
        <p:spPr>
          <a:xfrm>
            <a:off x="2825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9" name="Rectangle 18"/>
          <p:cNvSpPr/>
          <p:nvPr/>
        </p:nvSpPr>
        <p:spPr>
          <a:xfrm>
            <a:off x="0"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0" name="Rectangle 19"/>
          <p:cNvSpPr/>
          <p:nvPr/>
        </p:nvSpPr>
        <p:spPr>
          <a:xfrm flipH="1">
            <a:off x="149770"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1" name="Rectangle 20"/>
          <p:cNvSpPr/>
          <p:nvPr/>
        </p:nvSpPr>
        <p:spPr>
          <a:xfrm flipH="1">
            <a:off x="189341"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Rectangle 21"/>
          <p:cNvSpPr/>
          <p:nvPr/>
        </p:nvSpPr>
        <p:spPr>
          <a:xfrm flipH="1">
            <a:off x="22668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9" name="Rectangle 28"/>
          <p:cNvSpPr/>
          <p:nvPr/>
        </p:nvSpPr>
        <p:spPr>
          <a:xfrm flipH="1">
            <a:off x="254934"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30" name="Rectangle 29"/>
          <p:cNvSpPr/>
          <p:nvPr/>
        </p:nvSpPr>
        <p:spPr>
          <a:xfrm>
            <a:off x="278710"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transition spd="slow">
    <p:newsflash/>
    <p:sndAc>
      <p:stSnd>
        <p:snd r:embed="rId1" name="chimes.wav" builtIn="1"/>
      </p:stSnd>
    </p:sndAc>
  </p:transition>
  <p:timing>
    <p:tnLst>
      <p:par>
        <p:cTn id="1" dur="indefinite" restart="never" nodeType="tmRoot"/>
      </p:par>
    </p:tnLst>
  </p:timing>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512064"/>
            <a:ext cx="7772400" cy="914400"/>
          </a:xfrm>
        </p:spPr>
        <p:txBody>
          <a:bodyPr/>
          <a:lstStyle>
            <a:lvl1pPr>
              <a:defRPr sz="4000" cap="none" baseline="0"/>
            </a:lvl1pPr>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r>
              <a:rPr lang="en-US" smtClean="0"/>
              <a:t>September, 2005</a:t>
            </a:r>
            <a:endParaRPr lang="en-US"/>
          </a:p>
        </p:txBody>
      </p:sp>
      <p:sp>
        <p:nvSpPr>
          <p:cNvPr id="4" name="Footer Placeholder 3"/>
          <p:cNvSpPr>
            <a:spLocks noGrp="1"/>
          </p:cNvSpPr>
          <p:nvPr>
            <p:ph type="ftr" sz="quarter" idx="11"/>
          </p:nvPr>
        </p:nvSpPr>
        <p:spPr/>
        <p:txBody>
          <a:bodyPr/>
          <a:lstStyle>
            <a:extLst/>
          </a:lstStyle>
          <a:p>
            <a:r>
              <a:rPr lang="en-US" smtClean="0"/>
              <a:t>E. W.G</a:t>
            </a:r>
            <a:endParaRPr lang="en-US"/>
          </a:p>
        </p:txBody>
      </p:sp>
      <p:sp>
        <p:nvSpPr>
          <p:cNvPr id="5" name="Slide Number Placeholder 4"/>
          <p:cNvSpPr>
            <a:spLocks noGrp="1"/>
          </p:cNvSpPr>
          <p:nvPr>
            <p:ph type="sldNum" sz="quarter" idx="12"/>
          </p:nvPr>
        </p:nvSpPr>
        <p:spPr/>
        <p:txBody>
          <a:bodyPr/>
          <a:lstStyle>
            <a:extLst/>
          </a:lstStyle>
          <a:p>
            <a:fld id="{AD11457B-7433-42AD-BA61-05DF5B53CDC1}" type="slidenum">
              <a:rPr lang="en-US" smtClean="0"/>
              <a:pPr/>
              <a:t>‹#›</a:t>
            </a:fld>
            <a:endParaRPr lang="en-US"/>
          </a:p>
        </p:txBody>
      </p:sp>
    </p:spTree>
  </p:cSld>
  <p:clrMapOvr>
    <a:masterClrMapping/>
  </p:clrMapOvr>
  <p:transition spd="slow">
    <p:newsflash/>
    <p:sndAc>
      <p:stSnd>
        <p:snd r:embed="rId1" name="chimes.wav" builtIn="1"/>
      </p:stSnd>
    </p:sndAc>
  </p:transition>
  <p:timing>
    <p:tnLst>
      <p:par>
        <p:cTn id="1" dur="indefinite" restart="never" nodeType="tmRoot"/>
      </p:par>
    </p:tnLst>
  </p:timing>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r>
              <a:rPr lang="en-US" smtClean="0"/>
              <a:t>September, 2005</a:t>
            </a:r>
            <a:endParaRPr lang="en-US"/>
          </a:p>
        </p:txBody>
      </p:sp>
      <p:sp>
        <p:nvSpPr>
          <p:cNvPr id="3" name="Footer Placeholder 2"/>
          <p:cNvSpPr>
            <a:spLocks noGrp="1"/>
          </p:cNvSpPr>
          <p:nvPr>
            <p:ph type="ftr" sz="quarter" idx="11"/>
          </p:nvPr>
        </p:nvSpPr>
        <p:spPr/>
        <p:txBody>
          <a:bodyPr/>
          <a:lstStyle>
            <a:extLst/>
          </a:lstStyle>
          <a:p>
            <a:r>
              <a:rPr lang="en-US" smtClean="0"/>
              <a:t>E. W.G</a:t>
            </a:r>
            <a:endParaRPr lang="en-US"/>
          </a:p>
        </p:txBody>
      </p:sp>
      <p:sp>
        <p:nvSpPr>
          <p:cNvPr id="4" name="Slide Number Placeholder 3"/>
          <p:cNvSpPr>
            <a:spLocks noGrp="1"/>
          </p:cNvSpPr>
          <p:nvPr>
            <p:ph type="sldNum" sz="quarter" idx="12"/>
          </p:nvPr>
        </p:nvSpPr>
        <p:spPr/>
        <p:txBody>
          <a:bodyPr/>
          <a:lstStyle>
            <a:extLst/>
          </a:lstStyle>
          <a:p>
            <a:fld id="{AD11457B-7433-42AD-BA61-05DF5B53CDC1}" type="slidenum">
              <a:rPr lang="en-US" smtClean="0"/>
              <a:pPr/>
              <a:t>‹#›</a:t>
            </a:fld>
            <a:endParaRPr lang="en-US"/>
          </a:p>
        </p:txBody>
      </p:sp>
    </p:spTree>
  </p:cSld>
  <p:clrMapOvr>
    <a:masterClrMapping/>
  </p:clrMapOvr>
  <p:transition spd="slow">
    <p:newsflash/>
    <p:sndAc>
      <p:stSnd>
        <p:snd r:embed="rId1" name="chimes.wav" builtIn="1"/>
      </p:stSnd>
    </p:sndAc>
  </p:transition>
  <p:timing>
    <p:tnLst>
      <p:par>
        <p:cTn id="1" dur="indefinite" restart="never" nodeType="tmRoot"/>
      </p:par>
    </p:tnLst>
  </p:timing>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8229600" cy="1162050"/>
          </a:xfrm>
        </p:spPr>
        <p:txBody>
          <a:bodyPr anchor="ctr"/>
          <a:lstStyle>
            <a:lvl1pPr algn="l">
              <a:buNone/>
              <a:defRPr sz="3600" b="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435100"/>
            <a:ext cx="2514600" cy="4572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429000" y="1435100"/>
            <a:ext cx="5486400"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r>
              <a:rPr lang="en-US" smtClean="0"/>
              <a:t>September, 2005</a:t>
            </a:r>
            <a:endParaRPr lang="en-US"/>
          </a:p>
        </p:txBody>
      </p:sp>
      <p:sp>
        <p:nvSpPr>
          <p:cNvPr id="6" name="Footer Placeholder 5"/>
          <p:cNvSpPr>
            <a:spLocks noGrp="1"/>
          </p:cNvSpPr>
          <p:nvPr>
            <p:ph type="ftr" sz="quarter" idx="11"/>
          </p:nvPr>
        </p:nvSpPr>
        <p:spPr/>
        <p:txBody>
          <a:bodyPr/>
          <a:lstStyle>
            <a:extLst/>
          </a:lstStyle>
          <a:p>
            <a:r>
              <a:rPr lang="en-US" smtClean="0"/>
              <a:t>E. W.G</a:t>
            </a:r>
            <a:endParaRPr lang="en-US"/>
          </a:p>
        </p:txBody>
      </p:sp>
      <p:sp>
        <p:nvSpPr>
          <p:cNvPr id="7" name="Slide Number Placeholder 6"/>
          <p:cNvSpPr>
            <a:spLocks noGrp="1"/>
          </p:cNvSpPr>
          <p:nvPr>
            <p:ph type="sldNum" sz="quarter" idx="12"/>
          </p:nvPr>
        </p:nvSpPr>
        <p:spPr/>
        <p:txBody>
          <a:bodyPr/>
          <a:lstStyle>
            <a:extLst/>
          </a:lstStyle>
          <a:p>
            <a:fld id="{AD11457B-7433-42AD-BA61-05DF5B53CDC1}" type="slidenum">
              <a:rPr lang="en-US" smtClean="0"/>
              <a:pPr/>
              <a:t>‹#›</a:t>
            </a:fld>
            <a:endParaRPr lang="en-US"/>
          </a:p>
        </p:txBody>
      </p:sp>
    </p:spTree>
  </p:cSld>
  <p:clrMapOvr>
    <a:masterClrMapping/>
  </p:clrMapOvr>
  <p:transition spd="slow">
    <p:newsflash/>
    <p:sndAc>
      <p:stSnd>
        <p:snd r:embed="rId1" name="chimes.wav" builtIn="1"/>
      </p:stSnd>
    </p:sndAc>
  </p:transition>
  <p:timing>
    <p:tnLst>
      <p:par>
        <p:cTn id="1" dur="indefinite" restart="never" nodeType="tmRoot"/>
      </p:par>
    </p:tnLst>
  </p:timing>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368032" y="0"/>
            <a:ext cx="877824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cxnSp>
        <p:nvCxnSpPr>
          <p:cNvPr id="9" name="Straight Connector 8"/>
          <p:cNvCxnSpPr/>
          <p:nvPr/>
        </p:nvCxnSpPr>
        <p:spPr>
          <a:xfrm flipV="1">
            <a:off x="363195" y="1885028"/>
            <a:ext cx="8782622"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8514581" y="1219200"/>
            <a:ext cx="132763" cy="128466"/>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914400" y="441251"/>
            <a:ext cx="6858000" cy="701749"/>
          </a:xfrm>
        </p:spPr>
        <p:txBody>
          <a:bodyPr anchor="b"/>
          <a:lstStyle>
            <a:lvl1pPr algn="l">
              <a:buNone/>
              <a:defRPr sz="21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368032" y="1893781"/>
            <a:ext cx="8778240" cy="4960144"/>
          </a:xfrm>
          <a:solidFill>
            <a:schemeClr val="bg2"/>
          </a:solidFill>
        </p:spPr>
        <p:txBody>
          <a:bodyPr/>
          <a:lstStyle>
            <a:lvl1pPr marL="0" indent="0">
              <a:buNone/>
              <a:defRPr sz="3200"/>
            </a:lvl1pPr>
            <a:extLst/>
          </a:lstStyle>
          <a:p>
            <a:r>
              <a:rPr kumimoji="0" lang="en-US" smtClean="0"/>
              <a:t>Click icon to add picture</a:t>
            </a:r>
            <a:endParaRPr kumimoji="0" lang="en-US"/>
          </a:p>
        </p:txBody>
      </p:sp>
      <p:sp>
        <p:nvSpPr>
          <p:cNvPr id="4" name="Text Placeholder 3"/>
          <p:cNvSpPr>
            <a:spLocks noGrp="1"/>
          </p:cNvSpPr>
          <p:nvPr>
            <p:ph type="body" sz="half" idx="2"/>
          </p:nvPr>
        </p:nvSpPr>
        <p:spPr bwMode="grayWhite">
          <a:xfrm>
            <a:off x="914400" y="1150144"/>
            <a:ext cx="6858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grpSp>
        <p:nvGrpSpPr>
          <p:cNvPr id="14" name="Group 13"/>
          <p:cNvGrpSpPr/>
          <p:nvPr/>
        </p:nvGrpSpPr>
        <p:grpSpPr>
          <a:xfrm rot="5400000">
            <a:off x="8666981" y="1371600"/>
            <a:ext cx="132763" cy="128466"/>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8320088" y="1474763"/>
            <a:ext cx="132763" cy="128466"/>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6477000" y="55499"/>
            <a:ext cx="2133600" cy="365125"/>
          </a:xfrm>
        </p:spPr>
        <p:txBody>
          <a:bodyPr/>
          <a:lstStyle>
            <a:extLst/>
          </a:lstStyle>
          <a:p>
            <a:r>
              <a:rPr lang="en-US" smtClean="0"/>
              <a:t>September, 2005</a:t>
            </a:r>
            <a:endParaRPr lang="en-US"/>
          </a:p>
        </p:txBody>
      </p:sp>
      <p:sp>
        <p:nvSpPr>
          <p:cNvPr id="6" name="Footer Placeholder 5"/>
          <p:cNvSpPr>
            <a:spLocks noGrp="1"/>
          </p:cNvSpPr>
          <p:nvPr>
            <p:ph type="ftr" sz="quarter" idx="11"/>
          </p:nvPr>
        </p:nvSpPr>
        <p:spPr>
          <a:xfrm>
            <a:off x="914400" y="55499"/>
            <a:ext cx="5562600" cy="365125"/>
          </a:xfrm>
        </p:spPr>
        <p:txBody>
          <a:bodyPr/>
          <a:lstStyle>
            <a:extLst/>
          </a:lstStyle>
          <a:p>
            <a:r>
              <a:rPr lang="en-US" smtClean="0"/>
              <a:t>E. W.G</a:t>
            </a:r>
            <a:endParaRPr lang="en-US"/>
          </a:p>
        </p:txBody>
      </p:sp>
      <p:sp>
        <p:nvSpPr>
          <p:cNvPr id="7" name="Slide Number Placeholder 6"/>
          <p:cNvSpPr>
            <a:spLocks noGrp="1"/>
          </p:cNvSpPr>
          <p:nvPr>
            <p:ph type="sldNum" sz="quarter" idx="12"/>
          </p:nvPr>
        </p:nvSpPr>
        <p:spPr>
          <a:xfrm>
            <a:off x="8610600" y="55499"/>
            <a:ext cx="457200" cy="365125"/>
          </a:xfrm>
        </p:spPr>
        <p:txBody>
          <a:bodyPr/>
          <a:lstStyle>
            <a:extLst/>
          </a:lstStyle>
          <a:p>
            <a:fld id="{AD11457B-7433-42AD-BA61-05DF5B53CDC1}" type="slidenum">
              <a:rPr lang="en-US" smtClean="0"/>
              <a:pPr/>
              <a:t>‹#›</a:t>
            </a:fld>
            <a:endParaRPr lang="en-US"/>
          </a:p>
        </p:txBody>
      </p:sp>
    </p:spTree>
  </p:cSld>
  <p:clrMapOvr>
    <a:masterClrMapping/>
  </p:clrMapOvr>
  <p:transition spd="slow">
    <p:newsflash/>
    <p:sndAc>
      <p:stSnd>
        <p:snd r:embed="rId1" name="chimes.wav" builtIn="1"/>
      </p:stSnd>
    </p:sndAc>
  </p:transition>
  <p:timing>
    <p:tnLst>
      <p:par>
        <p:cTn id="1" dur="indefinite" restart="never" nodeType="tmRoot"/>
      </p:par>
    </p:tnLst>
  </p:timing>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r>
              <a:rPr lang="en-US" smtClean="0"/>
              <a:t>September, 2005</a:t>
            </a:r>
            <a:endParaRPr lang="en-US"/>
          </a:p>
        </p:txBody>
      </p:sp>
      <p:sp>
        <p:nvSpPr>
          <p:cNvPr id="5" name="Footer Placeholder 4"/>
          <p:cNvSpPr>
            <a:spLocks noGrp="1"/>
          </p:cNvSpPr>
          <p:nvPr>
            <p:ph type="ftr" sz="quarter" idx="11"/>
          </p:nvPr>
        </p:nvSpPr>
        <p:spPr/>
        <p:txBody>
          <a:bodyPr/>
          <a:lstStyle>
            <a:extLst/>
          </a:lstStyle>
          <a:p>
            <a:r>
              <a:rPr lang="en-US" smtClean="0"/>
              <a:t>E. W.G</a:t>
            </a:r>
            <a:endParaRPr lang="en-US"/>
          </a:p>
        </p:txBody>
      </p:sp>
      <p:sp>
        <p:nvSpPr>
          <p:cNvPr id="6" name="Slide Number Placeholder 5"/>
          <p:cNvSpPr>
            <a:spLocks noGrp="1"/>
          </p:cNvSpPr>
          <p:nvPr>
            <p:ph type="sldNum" sz="quarter" idx="12"/>
          </p:nvPr>
        </p:nvSpPr>
        <p:spPr/>
        <p:txBody>
          <a:bodyPr/>
          <a:lstStyle>
            <a:extLst/>
          </a:lstStyle>
          <a:p>
            <a:fld id="{AD11457B-7433-42AD-BA61-05DF5B53CDC1}" type="slidenum">
              <a:rPr lang="en-US" smtClean="0"/>
              <a:pPr/>
              <a:t>‹#›</a:t>
            </a:fld>
            <a:endParaRPr lang="en-US"/>
          </a:p>
        </p:txBody>
      </p:sp>
    </p:spTree>
  </p:cSld>
  <p:clrMapOvr>
    <a:masterClrMapping/>
  </p:clrMapOvr>
  <p:transition spd="slow">
    <p:newsflash/>
    <p:sndAc>
      <p:stSnd>
        <p:snd r:embed="rId1" name="chimes.wav" builtIn="1"/>
      </p:stSnd>
    </p:sndAc>
  </p:transition>
  <p:timing>
    <p:tnLst>
      <p:par>
        <p:cTn id="1" dur="indefinite" restart="never" nodeType="tmRoot"/>
      </p:par>
    </p:tnLst>
  </p:timing>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981200" cy="5851525"/>
          </a:xfrm>
        </p:spPr>
        <p:txBody>
          <a:bodyPr vert="eaVert" anchor="ct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39"/>
            <a:ext cx="58674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r>
              <a:rPr lang="en-US" smtClean="0"/>
              <a:t>September, 2005</a:t>
            </a:r>
            <a:endParaRPr lang="en-US"/>
          </a:p>
        </p:txBody>
      </p:sp>
      <p:sp>
        <p:nvSpPr>
          <p:cNvPr id="5" name="Footer Placeholder 4"/>
          <p:cNvSpPr>
            <a:spLocks noGrp="1"/>
          </p:cNvSpPr>
          <p:nvPr>
            <p:ph type="ftr" sz="quarter" idx="11"/>
          </p:nvPr>
        </p:nvSpPr>
        <p:spPr/>
        <p:txBody>
          <a:bodyPr/>
          <a:lstStyle>
            <a:extLst/>
          </a:lstStyle>
          <a:p>
            <a:r>
              <a:rPr lang="en-US" smtClean="0"/>
              <a:t>E. W.G</a:t>
            </a:r>
            <a:endParaRPr lang="en-US"/>
          </a:p>
        </p:txBody>
      </p:sp>
      <p:sp>
        <p:nvSpPr>
          <p:cNvPr id="6" name="Slide Number Placeholder 5"/>
          <p:cNvSpPr>
            <a:spLocks noGrp="1"/>
          </p:cNvSpPr>
          <p:nvPr>
            <p:ph type="sldNum" sz="quarter" idx="12"/>
          </p:nvPr>
        </p:nvSpPr>
        <p:spPr/>
        <p:txBody>
          <a:bodyPr/>
          <a:lstStyle>
            <a:extLst/>
          </a:lstStyle>
          <a:p>
            <a:fld id="{AD11457B-7433-42AD-BA61-05DF5B53CDC1}" type="slidenum">
              <a:rPr lang="en-US" smtClean="0"/>
              <a:pPr/>
              <a:t>‹#›</a:t>
            </a:fld>
            <a:endParaRPr lang="en-US"/>
          </a:p>
        </p:txBody>
      </p:sp>
    </p:spTree>
  </p:cSld>
  <p:clrMapOvr>
    <a:masterClrMapping/>
  </p:clrMapOvr>
  <p:transition spd="slow">
    <p:newsflash/>
    <p:sndAc>
      <p:stSnd>
        <p:snd r:embed="rId1" name="chimes.wav" builtIn="1"/>
      </p:stSnd>
    </p:sndAc>
  </p:transition>
  <p:timing>
    <p:tnLst>
      <p:par>
        <p:cTn id="1" dur="indefinite" restart="never" nodeType="tmRoot"/>
      </p:par>
    </p:tnLst>
  </p:timing>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Rectangle 10"/>
          <p:cNvSpPr/>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r>
              <a:rPr lang="en-US" smtClean="0">
                <a:solidFill>
                  <a:srgbClr val="D6ECFF"/>
                </a:solidFill>
              </a:rPr>
              <a:t>December, 2008</a:t>
            </a:r>
            <a:endParaRPr lang="en-US">
              <a:solidFill>
                <a:srgbClr val="D6ECFF"/>
              </a:solidFill>
            </a:endParaRPr>
          </a:p>
        </p:txBody>
      </p:sp>
      <p:sp>
        <p:nvSpPr>
          <p:cNvPr id="5" name="Footer Placeholder 4"/>
          <p:cNvSpPr>
            <a:spLocks noGrp="1"/>
          </p:cNvSpPr>
          <p:nvPr>
            <p:ph type="ftr" sz="quarter" idx="11"/>
          </p:nvPr>
        </p:nvSpPr>
        <p:spPr/>
        <p:txBody>
          <a:bodyPr/>
          <a:lstStyle/>
          <a:p>
            <a:r>
              <a:rPr lang="en-US" smtClean="0">
                <a:solidFill>
                  <a:srgbClr val="D6ECFF"/>
                </a:solidFill>
              </a:rPr>
              <a:t>E. W/G</a:t>
            </a:r>
            <a:endParaRPr lang="en-US">
              <a:solidFill>
                <a:srgbClr val="D6ECFF"/>
              </a:solidFill>
            </a:endParaRPr>
          </a:p>
        </p:txBody>
      </p:sp>
      <p:sp>
        <p:nvSpPr>
          <p:cNvPr id="6" name="Slide Number Placeholder 5"/>
          <p:cNvSpPr>
            <a:spLocks noGrp="1"/>
          </p:cNvSpPr>
          <p:nvPr>
            <p:ph type="sldNum" sz="quarter" idx="12"/>
          </p:nvPr>
        </p:nvSpPr>
        <p:spPr/>
        <p:txBody>
          <a:bodyPr/>
          <a:lstStyle/>
          <a:p>
            <a:fld id="{96BDB289-DF6F-48AD-AAF0-D7A81E038C69}" type="slidenum">
              <a:rPr lang="en-US" smtClean="0">
                <a:solidFill>
                  <a:srgbClr val="D6ECFF"/>
                </a:solidFill>
              </a:rPr>
              <a:pPr/>
              <a:t>‹#›</a:t>
            </a:fld>
            <a:endParaRPr lang="en-US">
              <a:solidFill>
                <a:srgbClr val="D6ECFF"/>
              </a:solidFill>
            </a:endParaRPr>
          </a:p>
        </p:txBody>
      </p:sp>
      <p:sp>
        <p:nvSpPr>
          <p:cNvPr id="2" name="Title 1"/>
          <p:cNvSpPr>
            <a:spLocks noGrp="1"/>
          </p:cNvSpPr>
          <p:nvPr>
            <p:ph type="ctrTitle"/>
          </p:nvPr>
        </p:nvSpPr>
        <p:spPr>
          <a:xfrm>
            <a:off x="817581" y="3132290"/>
            <a:ext cx="7175351" cy="1793167"/>
          </a:xfrm>
          <a:effectLst/>
        </p:spPr>
        <p:txBody>
          <a:bodyPr>
            <a:noAutofit/>
          </a:bodyPr>
          <a:lstStyle>
            <a:lvl1pPr marL="640080" indent="-457200" algn="l">
              <a:defRPr sz="5400"/>
            </a:lvl1pPr>
          </a:lstStyle>
          <a:p>
            <a:r>
              <a:rPr lang="en-US" smtClean="0"/>
              <a:t>Click to edit Master title style</a:t>
            </a:r>
            <a:endParaRPr lang="en-US" dirty="0"/>
          </a:p>
        </p:txBody>
      </p:sp>
    </p:spTree>
  </p:cSld>
  <p:clrMapOvr>
    <a:masterClrMapping/>
  </p:clrMapOvr>
  <p:transition spd="slow">
    <p:cover dir="d"/>
    <p:sndAc>
      <p:stSnd>
        <p:snd r:embed="rId1" name="coin.wav"/>
      </p:stSnd>
    </p:sndAc>
  </p:transition>
  <p:timing>
    <p:tnLst>
      <p:par>
        <p:cTn id="1" dur="indefinite" restart="never" nodeType="tmRoot"/>
      </p:par>
    </p:tnLst>
  </p:timing>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solidFill>
                  <a:srgbClr val="D6ECFF"/>
                </a:solidFill>
              </a:rPr>
              <a:t>December, 2008</a:t>
            </a:r>
            <a:endParaRPr lang="en-US">
              <a:solidFill>
                <a:srgbClr val="D6ECFF"/>
              </a:solidFill>
            </a:endParaRPr>
          </a:p>
        </p:txBody>
      </p:sp>
      <p:sp>
        <p:nvSpPr>
          <p:cNvPr id="5" name="Footer Placeholder 4"/>
          <p:cNvSpPr>
            <a:spLocks noGrp="1"/>
          </p:cNvSpPr>
          <p:nvPr>
            <p:ph type="ftr" sz="quarter" idx="11"/>
          </p:nvPr>
        </p:nvSpPr>
        <p:spPr/>
        <p:txBody>
          <a:bodyPr/>
          <a:lstStyle/>
          <a:p>
            <a:r>
              <a:rPr lang="en-US" smtClean="0">
                <a:solidFill>
                  <a:srgbClr val="D6ECFF"/>
                </a:solidFill>
              </a:rPr>
              <a:t>E. W/G</a:t>
            </a:r>
            <a:endParaRPr lang="en-US">
              <a:solidFill>
                <a:srgbClr val="D6ECFF"/>
              </a:solidFill>
            </a:endParaRPr>
          </a:p>
        </p:txBody>
      </p:sp>
      <p:sp>
        <p:nvSpPr>
          <p:cNvPr id="6" name="Slide Number Placeholder 5"/>
          <p:cNvSpPr>
            <a:spLocks noGrp="1"/>
          </p:cNvSpPr>
          <p:nvPr>
            <p:ph type="sldNum" sz="quarter" idx="12"/>
          </p:nvPr>
        </p:nvSpPr>
        <p:spPr/>
        <p:txBody>
          <a:bodyPr/>
          <a:lstStyle/>
          <a:p>
            <a:fld id="{96BDB289-DF6F-48AD-AAF0-D7A81E038C69}" type="slidenum">
              <a:rPr lang="en-US" smtClean="0">
                <a:solidFill>
                  <a:srgbClr val="D6ECFF"/>
                </a:solidFill>
              </a:rPr>
              <a:pPr/>
              <a:t>‹#›</a:t>
            </a:fld>
            <a:endParaRPr lang="en-US">
              <a:solidFill>
                <a:srgbClr val="D6ECFF"/>
              </a:solidFill>
            </a:endParaRPr>
          </a:p>
        </p:txBody>
      </p:sp>
      <p:sp>
        <p:nvSpPr>
          <p:cNvPr id="8" name="Title 7"/>
          <p:cNvSpPr>
            <a:spLocks noGrp="1"/>
          </p:cNvSpPr>
          <p:nvPr>
            <p:ph type="title"/>
          </p:nvPr>
        </p:nvSpPr>
        <p:spPr/>
        <p:txBody>
          <a:bodyPr/>
          <a:lstStyle/>
          <a:p>
            <a:r>
              <a:rPr lang="en-US" smtClean="0"/>
              <a:t>Click to edit Master title style</a:t>
            </a:r>
            <a:endParaRPr lang="en-US"/>
          </a:p>
        </p:txBody>
      </p:sp>
      <p:sp>
        <p:nvSpPr>
          <p:cNvPr id="10" name="Content Placeholder 9"/>
          <p:cNvSpPr>
            <a:spLocks noGrp="1"/>
          </p:cNvSpPr>
          <p:nvPr>
            <p:ph sz="quarter" idx="13"/>
          </p:nvPr>
        </p:nvSpPr>
        <p:spPr>
          <a:xfrm>
            <a:off x="1143000" y="731520"/>
            <a:ext cx="6400800"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spd="slow">
    <p:cover dir="d"/>
    <p:sndAc>
      <p:stSnd>
        <p:snd r:embed="rId1" name="coin.wav"/>
      </p:stSnd>
    </p:sndAc>
  </p:transition>
  <p:timing>
    <p:tnLst>
      <p:par>
        <p:cTn id="1" dur="indefinite" restart="never" nodeType="tmRoot"/>
      </p:par>
    </p:tnLst>
  </p:timing>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solidFill>
                  <a:srgbClr val="D6ECFF"/>
                </a:solidFill>
              </a:rPr>
              <a:t>December, 2008</a:t>
            </a:r>
            <a:endParaRPr lang="en-US">
              <a:solidFill>
                <a:srgbClr val="D6ECFF"/>
              </a:solidFill>
            </a:endParaRPr>
          </a:p>
        </p:txBody>
      </p:sp>
      <p:sp>
        <p:nvSpPr>
          <p:cNvPr id="5" name="Footer Placeholder 4"/>
          <p:cNvSpPr>
            <a:spLocks noGrp="1"/>
          </p:cNvSpPr>
          <p:nvPr>
            <p:ph type="ftr" sz="quarter" idx="11"/>
          </p:nvPr>
        </p:nvSpPr>
        <p:spPr/>
        <p:txBody>
          <a:bodyPr/>
          <a:lstStyle/>
          <a:p>
            <a:r>
              <a:rPr lang="en-US" smtClean="0">
                <a:solidFill>
                  <a:srgbClr val="D6ECFF"/>
                </a:solidFill>
              </a:rPr>
              <a:t>E. W/G</a:t>
            </a:r>
            <a:endParaRPr lang="en-US">
              <a:solidFill>
                <a:srgbClr val="D6ECFF"/>
              </a:solidFill>
            </a:endParaRPr>
          </a:p>
        </p:txBody>
      </p:sp>
      <p:sp>
        <p:nvSpPr>
          <p:cNvPr id="6" name="Slide Number Placeholder 5"/>
          <p:cNvSpPr>
            <a:spLocks noGrp="1"/>
          </p:cNvSpPr>
          <p:nvPr>
            <p:ph type="sldNum" sz="quarter" idx="12"/>
          </p:nvPr>
        </p:nvSpPr>
        <p:spPr/>
        <p:txBody>
          <a:bodyPr/>
          <a:lstStyle/>
          <a:p>
            <a:fld id="{96BDB289-DF6F-48AD-AAF0-D7A81E038C69}" type="slidenum">
              <a:rPr lang="en-US" smtClean="0">
                <a:solidFill>
                  <a:srgbClr val="D6ECFF"/>
                </a:solidFill>
              </a:rPr>
              <a:pPr/>
              <a:t>‹#›</a:t>
            </a:fld>
            <a:endParaRPr lang="en-US">
              <a:solidFill>
                <a:srgbClr val="D6ECFF"/>
              </a:solidFill>
            </a:endParaRPr>
          </a:p>
        </p:txBody>
      </p:sp>
    </p:spTree>
  </p:cSld>
  <p:clrMapOvr>
    <a:masterClrMapping/>
  </p:clrMapOvr>
  <p:transition spd="slow">
    <p:cover dir="d"/>
    <p:sndAc>
      <p:stSnd>
        <p:snd r:embed="rId1" name="coin.wav"/>
      </p:stSnd>
    </p:sndAc>
  </p:transition>
  <p:timing>
    <p:tnLst>
      <p:par>
        <p:cTn id="1" dur="indefinite" restart="never" nodeType="tmRoot"/>
      </p:par>
    </p:tnLst>
  </p:timing>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r>
              <a:rPr lang="en-US" smtClean="0">
                <a:solidFill>
                  <a:srgbClr val="D6ECFF"/>
                </a:solidFill>
              </a:rPr>
              <a:t>December, 2008</a:t>
            </a:r>
            <a:endParaRPr lang="en-US">
              <a:solidFill>
                <a:srgbClr val="D6ECFF"/>
              </a:solidFill>
            </a:endParaRPr>
          </a:p>
        </p:txBody>
      </p:sp>
      <p:sp>
        <p:nvSpPr>
          <p:cNvPr id="6" name="Footer Placeholder 5"/>
          <p:cNvSpPr>
            <a:spLocks noGrp="1"/>
          </p:cNvSpPr>
          <p:nvPr>
            <p:ph type="ftr" sz="quarter" idx="11"/>
          </p:nvPr>
        </p:nvSpPr>
        <p:spPr/>
        <p:txBody>
          <a:bodyPr/>
          <a:lstStyle/>
          <a:p>
            <a:r>
              <a:rPr lang="en-US" smtClean="0">
                <a:solidFill>
                  <a:srgbClr val="D6ECFF"/>
                </a:solidFill>
              </a:rPr>
              <a:t>E. W/G</a:t>
            </a:r>
            <a:endParaRPr lang="en-US">
              <a:solidFill>
                <a:srgbClr val="D6ECFF"/>
              </a:solidFill>
            </a:endParaRPr>
          </a:p>
        </p:txBody>
      </p:sp>
      <p:sp>
        <p:nvSpPr>
          <p:cNvPr id="7" name="Slide Number Placeholder 6"/>
          <p:cNvSpPr>
            <a:spLocks noGrp="1"/>
          </p:cNvSpPr>
          <p:nvPr>
            <p:ph type="sldNum" sz="quarter" idx="12"/>
          </p:nvPr>
        </p:nvSpPr>
        <p:spPr/>
        <p:txBody>
          <a:bodyPr/>
          <a:lstStyle/>
          <a:p>
            <a:fld id="{96BDB289-DF6F-48AD-AAF0-D7A81E038C69}" type="slidenum">
              <a:rPr lang="en-US" smtClean="0">
                <a:solidFill>
                  <a:srgbClr val="D6ECFF"/>
                </a:solidFill>
              </a:rPr>
              <a:pPr/>
              <a:t>‹#›</a:t>
            </a:fld>
            <a:endParaRPr lang="en-US">
              <a:solidFill>
                <a:srgbClr val="D6ECFF"/>
              </a:solidFill>
            </a:endParaRPr>
          </a:p>
        </p:txBody>
      </p:sp>
      <p:sp>
        <p:nvSpPr>
          <p:cNvPr id="8" name="Title 7"/>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spd="slow">
    <p:cover dir="d"/>
    <p:sndAc>
      <p:stSnd>
        <p:snd r:embed="rId1" name="coin.wav"/>
      </p:stSnd>
    </p:sndAc>
  </p:transition>
  <p:timing>
    <p:tnLst>
      <p:par>
        <p:cTn id="1" dur="indefinite" restart="never" nodeType="tmRoot"/>
      </p:par>
    </p:tnLst>
  </p:timing>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en-US" smtClean="0"/>
              <a:t>Click to edit Master text styles</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r>
              <a:rPr lang="en-US" smtClean="0">
                <a:solidFill>
                  <a:srgbClr val="D6ECFF"/>
                </a:solidFill>
              </a:rPr>
              <a:t>December, 2008</a:t>
            </a:r>
            <a:endParaRPr lang="en-US">
              <a:solidFill>
                <a:srgbClr val="D6ECFF"/>
              </a:solidFill>
            </a:endParaRPr>
          </a:p>
        </p:txBody>
      </p:sp>
      <p:sp>
        <p:nvSpPr>
          <p:cNvPr id="8" name="Footer Placeholder 7"/>
          <p:cNvSpPr>
            <a:spLocks noGrp="1"/>
          </p:cNvSpPr>
          <p:nvPr>
            <p:ph type="ftr" sz="quarter" idx="11"/>
          </p:nvPr>
        </p:nvSpPr>
        <p:spPr/>
        <p:txBody>
          <a:bodyPr/>
          <a:lstStyle/>
          <a:p>
            <a:r>
              <a:rPr lang="en-US" smtClean="0">
                <a:solidFill>
                  <a:srgbClr val="D6ECFF"/>
                </a:solidFill>
              </a:rPr>
              <a:t>E. W/G</a:t>
            </a:r>
            <a:endParaRPr lang="en-US">
              <a:solidFill>
                <a:srgbClr val="D6ECFF"/>
              </a:solidFill>
            </a:endParaRPr>
          </a:p>
        </p:txBody>
      </p:sp>
      <p:sp>
        <p:nvSpPr>
          <p:cNvPr id="9" name="Slide Number Placeholder 8"/>
          <p:cNvSpPr>
            <a:spLocks noGrp="1"/>
          </p:cNvSpPr>
          <p:nvPr>
            <p:ph type="sldNum" sz="quarter" idx="12"/>
          </p:nvPr>
        </p:nvSpPr>
        <p:spPr/>
        <p:txBody>
          <a:bodyPr/>
          <a:lstStyle/>
          <a:p>
            <a:fld id="{96BDB289-DF6F-48AD-AAF0-D7A81E038C69}" type="slidenum">
              <a:rPr lang="en-US" smtClean="0">
                <a:solidFill>
                  <a:srgbClr val="D6ECFF"/>
                </a:solidFill>
              </a:rPr>
              <a:pPr/>
              <a:t>‹#›</a:t>
            </a:fld>
            <a:endParaRPr lang="en-US">
              <a:solidFill>
                <a:srgbClr val="D6ECFF"/>
              </a:solidFill>
            </a:endParaRPr>
          </a:p>
        </p:txBody>
      </p:sp>
      <p:sp>
        <p:nvSpPr>
          <p:cNvPr id="10" name="Title 9"/>
          <p:cNvSpPr>
            <a:spLocks noGrp="1"/>
          </p:cNvSpPr>
          <p:nvPr>
            <p:ph type="title"/>
          </p:nvPr>
        </p:nvSpPr>
        <p:spPr/>
        <p:txBody>
          <a:bodyPr/>
          <a:lstStyle/>
          <a:p>
            <a:r>
              <a:rPr lang="en-US" smtClean="0"/>
              <a:t>Click to edit Master title style</a:t>
            </a:r>
            <a:endParaRPr lang="en-US" dirty="0"/>
          </a:p>
        </p:txBody>
      </p:sp>
    </p:spTree>
  </p:cSld>
  <p:clrMapOvr>
    <a:masterClrMapping/>
  </p:clrMapOvr>
  <p:transition spd="slow">
    <p:cover dir="d"/>
    <p:sndAc>
      <p:stSnd>
        <p:snd r:embed="rId1" name="coin.wav"/>
      </p:stSnd>
    </p:sndAc>
  </p:transition>
  <p:timing>
    <p:tnLst>
      <p:par>
        <p:cTn id="1" dur="indefinite" restart="never" nodeType="tmRoot"/>
      </p:par>
    </p:tnLst>
  </p:timing>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r>
              <a:rPr lang="en-US" smtClean="0">
                <a:solidFill>
                  <a:srgbClr val="D6ECFF"/>
                </a:solidFill>
              </a:rPr>
              <a:t>December, 2008</a:t>
            </a:r>
            <a:endParaRPr lang="en-US">
              <a:solidFill>
                <a:srgbClr val="D6ECFF"/>
              </a:solidFill>
            </a:endParaRPr>
          </a:p>
        </p:txBody>
      </p:sp>
      <p:sp>
        <p:nvSpPr>
          <p:cNvPr id="4" name="Footer Placeholder 3"/>
          <p:cNvSpPr>
            <a:spLocks noGrp="1"/>
          </p:cNvSpPr>
          <p:nvPr>
            <p:ph type="ftr" sz="quarter" idx="11"/>
          </p:nvPr>
        </p:nvSpPr>
        <p:spPr/>
        <p:txBody>
          <a:bodyPr/>
          <a:lstStyle/>
          <a:p>
            <a:r>
              <a:rPr lang="en-US" smtClean="0">
                <a:solidFill>
                  <a:srgbClr val="D6ECFF"/>
                </a:solidFill>
              </a:rPr>
              <a:t>E. W/G</a:t>
            </a:r>
            <a:endParaRPr lang="en-US">
              <a:solidFill>
                <a:srgbClr val="D6ECFF"/>
              </a:solidFill>
            </a:endParaRPr>
          </a:p>
        </p:txBody>
      </p:sp>
      <p:sp>
        <p:nvSpPr>
          <p:cNvPr id="5" name="Slide Number Placeholder 4"/>
          <p:cNvSpPr>
            <a:spLocks noGrp="1"/>
          </p:cNvSpPr>
          <p:nvPr>
            <p:ph type="sldNum" sz="quarter" idx="12"/>
          </p:nvPr>
        </p:nvSpPr>
        <p:spPr/>
        <p:txBody>
          <a:bodyPr/>
          <a:lstStyle/>
          <a:p>
            <a:fld id="{96BDB289-DF6F-48AD-AAF0-D7A81E038C69}" type="slidenum">
              <a:rPr lang="en-US" smtClean="0">
                <a:solidFill>
                  <a:srgbClr val="D6ECFF"/>
                </a:solidFill>
              </a:rPr>
              <a:pPr/>
              <a:t>‹#›</a:t>
            </a:fld>
            <a:endParaRPr lang="en-US">
              <a:solidFill>
                <a:srgbClr val="D6ECFF"/>
              </a:solidFill>
            </a:endParaRPr>
          </a:p>
        </p:txBody>
      </p:sp>
    </p:spTree>
  </p:cSld>
  <p:clrMapOvr>
    <a:masterClrMapping/>
  </p:clrMapOvr>
  <p:transition spd="slow">
    <p:cover dir="d"/>
    <p:sndAc>
      <p:stSnd>
        <p:snd r:embed="rId1" name="coin.wav"/>
      </p:stSnd>
    </p:sndAc>
  </p:transition>
  <p:timing>
    <p:tnLst>
      <p:par>
        <p:cTn id="1" dur="indefinite" restart="never" nodeType="tmRoot"/>
      </p:par>
    </p:tnLst>
  </p:timing>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solidFill>
                  <a:srgbClr val="D6ECFF"/>
                </a:solidFill>
              </a:rPr>
              <a:t>December, 2008</a:t>
            </a:r>
            <a:endParaRPr lang="en-US">
              <a:solidFill>
                <a:srgbClr val="D6ECFF"/>
              </a:solidFill>
            </a:endParaRPr>
          </a:p>
        </p:txBody>
      </p:sp>
      <p:sp>
        <p:nvSpPr>
          <p:cNvPr id="3" name="Footer Placeholder 2"/>
          <p:cNvSpPr>
            <a:spLocks noGrp="1"/>
          </p:cNvSpPr>
          <p:nvPr>
            <p:ph type="ftr" sz="quarter" idx="11"/>
          </p:nvPr>
        </p:nvSpPr>
        <p:spPr/>
        <p:txBody>
          <a:bodyPr/>
          <a:lstStyle/>
          <a:p>
            <a:r>
              <a:rPr lang="en-US" smtClean="0">
                <a:solidFill>
                  <a:srgbClr val="D6ECFF"/>
                </a:solidFill>
              </a:rPr>
              <a:t>E. W/G</a:t>
            </a:r>
            <a:endParaRPr lang="en-US">
              <a:solidFill>
                <a:srgbClr val="D6ECFF"/>
              </a:solidFill>
            </a:endParaRPr>
          </a:p>
        </p:txBody>
      </p:sp>
      <p:sp>
        <p:nvSpPr>
          <p:cNvPr id="4" name="Slide Number Placeholder 3"/>
          <p:cNvSpPr>
            <a:spLocks noGrp="1"/>
          </p:cNvSpPr>
          <p:nvPr>
            <p:ph type="sldNum" sz="quarter" idx="12"/>
          </p:nvPr>
        </p:nvSpPr>
        <p:spPr/>
        <p:txBody>
          <a:bodyPr/>
          <a:lstStyle/>
          <a:p>
            <a:fld id="{96BDB289-DF6F-48AD-AAF0-D7A81E038C69}" type="slidenum">
              <a:rPr lang="en-US" smtClean="0">
                <a:solidFill>
                  <a:srgbClr val="D6ECFF"/>
                </a:solidFill>
              </a:rPr>
              <a:pPr/>
              <a:t>‹#›</a:t>
            </a:fld>
            <a:endParaRPr lang="en-US">
              <a:solidFill>
                <a:srgbClr val="D6ECFF"/>
              </a:solidFill>
            </a:endParaRPr>
          </a:p>
        </p:txBody>
      </p:sp>
    </p:spTree>
  </p:cSld>
  <p:clrMapOvr>
    <a:masterClrMapping/>
  </p:clrMapOvr>
  <p:transition spd="slow">
    <p:cover dir="d"/>
    <p:sndAc>
      <p:stSnd>
        <p:snd r:embed="rId1" name="coin.wav"/>
      </p:stSnd>
    </p:sndAc>
  </p:transition>
  <p:timing>
    <p:tnLst>
      <p:par>
        <p:cTn id="1" dur="indefinite" restart="never" nodeType="tmRoot"/>
      </p:par>
    </p:tnLst>
  </p:timing>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solidFill>
                  <a:srgbClr val="D6ECFF"/>
                </a:solidFill>
              </a:rPr>
              <a:t>December, 2008</a:t>
            </a:r>
            <a:endParaRPr lang="en-US">
              <a:solidFill>
                <a:srgbClr val="D6ECFF"/>
              </a:solidFill>
            </a:endParaRPr>
          </a:p>
        </p:txBody>
      </p:sp>
      <p:sp>
        <p:nvSpPr>
          <p:cNvPr id="6" name="Footer Placeholder 5"/>
          <p:cNvSpPr>
            <a:spLocks noGrp="1"/>
          </p:cNvSpPr>
          <p:nvPr>
            <p:ph type="ftr" sz="quarter" idx="11"/>
          </p:nvPr>
        </p:nvSpPr>
        <p:spPr/>
        <p:txBody>
          <a:bodyPr/>
          <a:lstStyle/>
          <a:p>
            <a:r>
              <a:rPr lang="en-US" smtClean="0">
                <a:solidFill>
                  <a:srgbClr val="D6ECFF"/>
                </a:solidFill>
              </a:rPr>
              <a:t>E. W/G</a:t>
            </a:r>
            <a:endParaRPr lang="en-US">
              <a:solidFill>
                <a:srgbClr val="D6ECFF"/>
              </a:solidFill>
            </a:endParaRPr>
          </a:p>
        </p:txBody>
      </p:sp>
      <p:sp>
        <p:nvSpPr>
          <p:cNvPr id="7" name="Slide Number Placeholder 6"/>
          <p:cNvSpPr>
            <a:spLocks noGrp="1"/>
          </p:cNvSpPr>
          <p:nvPr>
            <p:ph type="sldNum" sz="quarter" idx="12"/>
          </p:nvPr>
        </p:nvSpPr>
        <p:spPr/>
        <p:txBody>
          <a:bodyPr/>
          <a:lstStyle/>
          <a:p>
            <a:fld id="{96BDB289-DF6F-48AD-AAF0-D7A81E038C69}" type="slidenum">
              <a:rPr lang="en-US" smtClean="0">
                <a:solidFill>
                  <a:srgbClr val="D6ECFF"/>
                </a:solidFill>
              </a:rPr>
              <a:pPr/>
              <a:t>‹#›</a:t>
            </a:fld>
            <a:endParaRPr lang="en-US">
              <a:solidFill>
                <a:srgbClr val="D6ECFF"/>
              </a:solidFill>
            </a:endParaRPr>
          </a:p>
        </p:txBody>
      </p:sp>
    </p:spTree>
  </p:cSld>
  <p:clrMapOvr>
    <a:masterClrMapping/>
  </p:clrMapOvr>
  <p:transition spd="slow">
    <p:cover dir="d"/>
    <p:sndAc>
      <p:stSnd>
        <p:snd r:embed="rId1" name="coin.wav"/>
      </p:stSnd>
    </p:sndAc>
  </p:transition>
  <p:timing>
    <p:tnLst>
      <p:par>
        <p:cTn id="1" dur="indefinite" restart="never" nodeType="tmRoot"/>
      </p:par>
    </p:tnLst>
  </p:timing>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solidFill>
                  <a:srgbClr val="D6ECFF"/>
                </a:solidFill>
              </a:rPr>
              <a:t>December, 2008</a:t>
            </a:r>
            <a:endParaRPr lang="en-US">
              <a:solidFill>
                <a:srgbClr val="D6ECFF"/>
              </a:solidFill>
            </a:endParaRPr>
          </a:p>
        </p:txBody>
      </p:sp>
      <p:sp>
        <p:nvSpPr>
          <p:cNvPr id="6" name="Footer Placeholder 5"/>
          <p:cNvSpPr>
            <a:spLocks noGrp="1"/>
          </p:cNvSpPr>
          <p:nvPr>
            <p:ph type="ftr" sz="quarter" idx="11"/>
          </p:nvPr>
        </p:nvSpPr>
        <p:spPr/>
        <p:txBody>
          <a:bodyPr/>
          <a:lstStyle/>
          <a:p>
            <a:r>
              <a:rPr lang="en-US" smtClean="0">
                <a:solidFill>
                  <a:srgbClr val="D6ECFF"/>
                </a:solidFill>
              </a:rPr>
              <a:t>E. W/G</a:t>
            </a:r>
            <a:endParaRPr lang="en-US">
              <a:solidFill>
                <a:srgbClr val="D6ECFF"/>
              </a:solidFill>
            </a:endParaRPr>
          </a:p>
        </p:txBody>
      </p:sp>
      <p:sp>
        <p:nvSpPr>
          <p:cNvPr id="7" name="Slide Number Placeholder 6"/>
          <p:cNvSpPr>
            <a:spLocks noGrp="1"/>
          </p:cNvSpPr>
          <p:nvPr>
            <p:ph type="sldNum" sz="quarter" idx="12"/>
          </p:nvPr>
        </p:nvSpPr>
        <p:spPr/>
        <p:txBody>
          <a:bodyPr/>
          <a:lstStyle/>
          <a:p>
            <a:fld id="{96BDB289-DF6F-48AD-AAF0-D7A81E038C69}" type="slidenum">
              <a:rPr lang="en-US" smtClean="0">
                <a:solidFill>
                  <a:srgbClr val="D6ECFF"/>
                </a:solidFill>
              </a:rPr>
              <a:pPr/>
              <a:t>‹#›</a:t>
            </a:fld>
            <a:endParaRPr lang="en-US">
              <a:solidFill>
                <a:srgbClr val="D6ECFF"/>
              </a:solidFill>
            </a:endParaRPr>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en-US" smtClean="0"/>
              <a:t>Click to edit Master title style</a:t>
            </a:r>
            <a:endParaRPr lang="en-US" dirty="0"/>
          </a:p>
        </p:txBody>
      </p:sp>
    </p:spTree>
  </p:cSld>
  <p:clrMapOvr>
    <a:masterClrMapping/>
  </p:clrMapOvr>
  <p:transition spd="slow">
    <p:cover dir="d"/>
    <p:sndAc>
      <p:stSnd>
        <p:snd r:embed="rId1" name="coin.wav"/>
      </p:stSnd>
    </p:sndAc>
  </p:transition>
  <p:timing>
    <p:tnLst>
      <p:par>
        <p:cTn id="1" dur="indefinite" restart="never" nodeType="tmRoot"/>
      </p:par>
    </p:tnLst>
  </p:timing>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solidFill>
                  <a:srgbClr val="D6ECFF"/>
                </a:solidFill>
              </a:rPr>
              <a:t>December, 2008</a:t>
            </a:r>
            <a:endParaRPr lang="en-US">
              <a:solidFill>
                <a:srgbClr val="D6ECFF"/>
              </a:solidFill>
            </a:endParaRPr>
          </a:p>
        </p:txBody>
      </p:sp>
      <p:sp>
        <p:nvSpPr>
          <p:cNvPr id="5" name="Footer Placeholder 4"/>
          <p:cNvSpPr>
            <a:spLocks noGrp="1"/>
          </p:cNvSpPr>
          <p:nvPr>
            <p:ph type="ftr" sz="quarter" idx="11"/>
          </p:nvPr>
        </p:nvSpPr>
        <p:spPr/>
        <p:txBody>
          <a:bodyPr/>
          <a:lstStyle/>
          <a:p>
            <a:r>
              <a:rPr lang="en-US" smtClean="0">
                <a:solidFill>
                  <a:srgbClr val="D6ECFF"/>
                </a:solidFill>
              </a:rPr>
              <a:t>E. W/G</a:t>
            </a:r>
            <a:endParaRPr lang="en-US">
              <a:solidFill>
                <a:srgbClr val="D6ECFF"/>
              </a:solidFill>
            </a:endParaRPr>
          </a:p>
        </p:txBody>
      </p:sp>
      <p:sp>
        <p:nvSpPr>
          <p:cNvPr id="6" name="Slide Number Placeholder 5"/>
          <p:cNvSpPr>
            <a:spLocks noGrp="1"/>
          </p:cNvSpPr>
          <p:nvPr>
            <p:ph type="sldNum" sz="quarter" idx="12"/>
          </p:nvPr>
        </p:nvSpPr>
        <p:spPr/>
        <p:txBody>
          <a:bodyPr/>
          <a:lstStyle/>
          <a:p>
            <a:fld id="{96BDB289-DF6F-48AD-AAF0-D7A81E038C69}" type="slidenum">
              <a:rPr lang="en-US" smtClean="0">
                <a:solidFill>
                  <a:srgbClr val="D6ECFF"/>
                </a:solidFill>
              </a:rPr>
              <a:pPr/>
              <a:t>‹#›</a:t>
            </a:fld>
            <a:endParaRPr lang="en-US">
              <a:solidFill>
                <a:srgbClr val="D6ECFF"/>
              </a:solidFill>
            </a:endParaRPr>
          </a:p>
        </p:txBody>
      </p:sp>
    </p:spTree>
  </p:cSld>
  <p:clrMapOvr>
    <a:masterClrMapping/>
  </p:clrMapOvr>
  <p:transition spd="slow">
    <p:cover dir="d"/>
    <p:sndAc>
      <p:stSnd>
        <p:snd r:embed="rId1" name="coin.wav"/>
      </p:stSnd>
    </p:sndAc>
  </p:transition>
  <p:timing>
    <p:tnLst>
      <p:par>
        <p:cTn id="1" dur="indefinite" restart="never" nodeType="tmRoot"/>
      </p:par>
    </p:tnLst>
  </p:timing>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en-US" smtClean="0"/>
              <a:t>Click to edit Master title style</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r>
              <a:rPr lang="en-US" smtClean="0">
                <a:solidFill>
                  <a:srgbClr val="D6ECFF"/>
                </a:solidFill>
              </a:rPr>
              <a:t>December, 2008</a:t>
            </a:r>
            <a:endParaRPr lang="en-US">
              <a:solidFill>
                <a:srgbClr val="D6ECFF"/>
              </a:solidFill>
            </a:endParaRPr>
          </a:p>
        </p:txBody>
      </p:sp>
      <p:sp>
        <p:nvSpPr>
          <p:cNvPr id="5" name="Footer Placeholder 4"/>
          <p:cNvSpPr>
            <a:spLocks noGrp="1"/>
          </p:cNvSpPr>
          <p:nvPr>
            <p:ph type="ftr" sz="quarter" idx="11"/>
          </p:nvPr>
        </p:nvSpPr>
        <p:spPr/>
        <p:txBody>
          <a:bodyPr/>
          <a:lstStyle/>
          <a:p>
            <a:r>
              <a:rPr lang="en-US" smtClean="0">
                <a:solidFill>
                  <a:srgbClr val="D6ECFF"/>
                </a:solidFill>
              </a:rPr>
              <a:t>E. W/G</a:t>
            </a:r>
            <a:endParaRPr lang="en-US">
              <a:solidFill>
                <a:srgbClr val="D6ECFF"/>
              </a:solidFill>
            </a:endParaRPr>
          </a:p>
        </p:txBody>
      </p:sp>
      <p:sp>
        <p:nvSpPr>
          <p:cNvPr id="6" name="Slide Number Placeholder 5"/>
          <p:cNvSpPr>
            <a:spLocks noGrp="1"/>
          </p:cNvSpPr>
          <p:nvPr>
            <p:ph type="sldNum" sz="quarter" idx="12"/>
          </p:nvPr>
        </p:nvSpPr>
        <p:spPr/>
        <p:txBody>
          <a:bodyPr/>
          <a:lstStyle/>
          <a:p>
            <a:fld id="{96BDB289-DF6F-48AD-AAF0-D7A81E038C69}" type="slidenum">
              <a:rPr lang="en-US" smtClean="0">
                <a:solidFill>
                  <a:srgbClr val="D6ECFF"/>
                </a:solidFill>
              </a:rPr>
              <a:pPr/>
              <a:t>‹#›</a:t>
            </a:fld>
            <a:endParaRPr lang="en-US">
              <a:solidFill>
                <a:srgbClr val="D6ECFF"/>
              </a:solidFill>
            </a:endParaRPr>
          </a:p>
        </p:txBody>
      </p:sp>
    </p:spTree>
  </p:cSld>
  <p:clrMapOvr>
    <a:masterClrMapping/>
  </p:clrMapOvr>
  <p:transition spd="slow">
    <p:cover dir="d"/>
    <p:sndAc>
      <p:stSnd>
        <p:snd r:embed="rId1" name="coin.wav"/>
      </p:stSnd>
    </p:sndAc>
  </p:transition>
  <p:timing>
    <p:tnLst>
      <p:par>
        <p:cTn id="1" dur="indefinite" restart="never" nodeType="tmRoot"/>
      </p:par>
    </p:tnLst>
  </p:timing>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extLst/>
          </a:lstStyle>
          <a:p>
            <a:r>
              <a:rPr lang="en-US" smtClean="0"/>
              <a:t>December, 2008</a:t>
            </a:r>
            <a:endParaRPr lang="en-US"/>
          </a:p>
        </p:txBody>
      </p:sp>
      <p:sp>
        <p:nvSpPr>
          <p:cNvPr id="17" name="Footer Placeholder 16"/>
          <p:cNvSpPr>
            <a:spLocks noGrp="1"/>
          </p:cNvSpPr>
          <p:nvPr>
            <p:ph type="ftr" sz="quarter" idx="11"/>
          </p:nvPr>
        </p:nvSpPr>
        <p:spPr/>
        <p:txBody>
          <a:bodyPr/>
          <a:lstStyle>
            <a:extLst/>
          </a:lstStyle>
          <a:p>
            <a:r>
              <a:rPr lang="en-US" smtClean="0"/>
              <a:t>E. W/G</a:t>
            </a:r>
            <a:endParaRPr lang="en-US"/>
          </a:p>
        </p:txBody>
      </p:sp>
      <p:sp>
        <p:nvSpPr>
          <p:cNvPr id="29" name="Slide Number Placeholder 28"/>
          <p:cNvSpPr>
            <a:spLocks noGrp="1"/>
          </p:cNvSpPr>
          <p:nvPr>
            <p:ph type="sldNum" sz="quarter" idx="12"/>
          </p:nvPr>
        </p:nvSpPr>
        <p:spPr/>
        <p:txBody>
          <a:bodyPr/>
          <a:lstStyle>
            <a:extLst/>
          </a:lstStyle>
          <a:p>
            <a:fld id="{AD11457B-7433-42AD-BA61-05DF5B53CDC1}" type="slidenum">
              <a:rPr lang="en-US" smtClean="0"/>
              <a:pPr/>
              <a:t>‹#›</a:t>
            </a:fld>
            <a:endParaRPr lang="en-US"/>
          </a:p>
        </p:txBody>
      </p:sp>
      <p:sp>
        <p:nvSpPr>
          <p:cNvPr id="32" name="Rectangle 31"/>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9" name="Rectangle 38"/>
          <p:cNvSpPr/>
          <p:nvPr/>
        </p:nvSpPr>
        <p:spPr>
          <a:xfrm>
            <a:off x="309558" y="680477"/>
            <a:ext cx="4572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0" name="Rectangle 39"/>
          <p:cNvSpPr/>
          <p:nvPr/>
        </p:nvSpPr>
        <p:spPr>
          <a:xfrm>
            <a:off x="269073"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1" name="Rectangle 40"/>
          <p:cNvSpPr/>
          <p:nvPr/>
        </p:nvSpPr>
        <p:spPr>
          <a:xfrm>
            <a:off x="25002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42" name="Rectangle 41"/>
          <p:cNvSpPr/>
          <p:nvPr/>
        </p:nvSpPr>
        <p:spPr>
          <a:xfrm>
            <a:off x="221768"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8" name="Title 7"/>
          <p:cNvSpPr>
            <a:spLocks noGrp="1"/>
          </p:cNvSpPr>
          <p:nvPr>
            <p:ph type="ctrTitle"/>
          </p:nvPr>
        </p:nvSpPr>
        <p:spPr>
          <a:xfrm>
            <a:off x="914400" y="4343400"/>
            <a:ext cx="7772400" cy="1975104"/>
          </a:xfrm>
        </p:spPr>
        <p:txBody>
          <a:bodyPr/>
          <a:lstStyle>
            <a:lvl1pPr marR="9144" algn="l">
              <a:defRPr sz="4000" b="1" cap="all" spc="0" baseline="0">
                <a:effectLst>
                  <a:reflection blurRad="12700" stA="34000" endA="740" endPos="53000" dir="5400000" sy="-100000" algn="bl" rotWithShape="0"/>
                </a:effectLst>
              </a:defRPr>
            </a:lvl1pPr>
            <a:extLst/>
          </a:lstStyle>
          <a:p>
            <a:r>
              <a:rPr kumimoji="0" lang="en-US" smtClean="0"/>
              <a:t>Click to edit Master title style</a:t>
            </a:r>
            <a:endParaRPr kumimoji="0" lang="en-US"/>
          </a:p>
        </p:txBody>
      </p:sp>
      <p:sp>
        <p:nvSpPr>
          <p:cNvPr id="9" name="Subtitle 8"/>
          <p:cNvSpPr>
            <a:spLocks noGrp="1"/>
          </p:cNvSpPr>
          <p:nvPr>
            <p:ph type="subTitle" idx="1"/>
          </p:nvPr>
        </p:nvSpPr>
        <p:spPr>
          <a:xfrm>
            <a:off x="914400" y="2834640"/>
            <a:ext cx="77724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56" name="Rectangle 55"/>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5" name="Rectangle 64"/>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6" name="Rectangle 65"/>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7" name="Rectangle 66"/>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transition>
    <p:wipe dir="r"/>
  </p:transition>
  <p:timing>
    <p:tnLst>
      <p:par>
        <p:cTn id="1" dur="indefinite" restart="never" nodeType="tmRoot"/>
      </p:par>
    </p:tnLst>
  </p:timing>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r>
              <a:rPr lang="en-US" smtClean="0"/>
              <a:t>December, 2008</a:t>
            </a:r>
            <a:endParaRPr lang="en-US"/>
          </a:p>
        </p:txBody>
      </p:sp>
      <p:sp>
        <p:nvSpPr>
          <p:cNvPr id="5" name="Footer Placeholder 4"/>
          <p:cNvSpPr>
            <a:spLocks noGrp="1"/>
          </p:cNvSpPr>
          <p:nvPr>
            <p:ph type="ftr" sz="quarter" idx="11"/>
          </p:nvPr>
        </p:nvSpPr>
        <p:spPr/>
        <p:txBody>
          <a:bodyPr/>
          <a:lstStyle>
            <a:extLst/>
          </a:lstStyle>
          <a:p>
            <a:r>
              <a:rPr lang="en-US" smtClean="0"/>
              <a:t>E. W/G</a:t>
            </a:r>
            <a:endParaRPr lang="en-US"/>
          </a:p>
        </p:txBody>
      </p:sp>
      <p:sp>
        <p:nvSpPr>
          <p:cNvPr id="6" name="Slide Number Placeholder 5"/>
          <p:cNvSpPr>
            <a:spLocks noGrp="1"/>
          </p:cNvSpPr>
          <p:nvPr>
            <p:ph type="sldNum" sz="quarter" idx="12"/>
          </p:nvPr>
        </p:nvSpPr>
        <p:spPr/>
        <p:txBody>
          <a:bodyPr/>
          <a:lstStyle>
            <a:extLst/>
          </a:lstStyle>
          <a:p>
            <a:fld id="{AD11457B-7433-42AD-BA61-05DF5B53CDC1}" type="slidenum">
              <a:rPr lang="en-US" smtClean="0"/>
              <a:pPr/>
              <a:t>‹#›</a:t>
            </a:fld>
            <a:endParaRPr lang="en-US"/>
          </a:p>
        </p:txBody>
      </p:sp>
    </p:spTree>
  </p:cSld>
  <p:clrMapOvr>
    <a:masterClrMapping/>
  </p:clrMapOvr>
  <p:transition>
    <p:wipe dir="r"/>
  </p:transition>
  <p:timing>
    <p:tnLst>
      <p:par>
        <p:cTn id="1" dur="indefinite" restart="never" nodeType="tmRoot"/>
      </p:par>
    </p:tnLst>
  </p:timing>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a:spLocks/>
          </p:cNvSpPr>
          <p:nvPr/>
        </p:nvSpPr>
        <p:spPr bwMode="auto">
          <a:xfrm>
            <a:off x="4828952" y="1073888"/>
            <a:ext cx="4322136"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5" name="Freeform 14"/>
          <p:cNvSpPr>
            <a:spLocks/>
          </p:cNvSpPr>
          <p:nvPr/>
        </p:nvSpPr>
        <p:spPr bwMode="auto">
          <a:xfrm>
            <a:off x="373966" y="0"/>
            <a:ext cx="5514536"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3" name="Freeform 12"/>
          <p:cNvSpPr>
            <a:spLocks/>
          </p:cNvSpPr>
          <p:nvPr/>
        </p:nvSpPr>
        <p:spPr bwMode="auto">
          <a:xfrm rot="5236414">
            <a:off x="4462128" y="1483600"/>
            <a:ext cx="4114800" cy="118872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6" name="Freeform 15"/>
          <p:cNvSpPr>
            <a:spLocks/>
          </p:cNvSpPr>
          <p:nvPr/>
        </p:nvSpPr>
        <p:spPr bwMode="auto">
          <a:xfrm>
            <a:off x="5943600" y="0"/>
            <a:ext cx="27432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7" name="Freeform 16"/>
          <p:cNvSpPr>
            <a:spLocks/>
          </p:cNvSpPr>
          <p:nvPr/>
        </p:nvSpPr>
        <p:spPr bwMode="auto">
          <a:xfrm>
            <a:off x="5943600" y="4267200"/>
            <a:ext cx="32004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8" name="Freeform 17"/>
          <p:cNvSpPr>
            <a:spLocks/>
          </p:cNvSpPr>
          <p:nvPr/>
        </p:nvSpPr>
        <p:spPr bwMode="auto">
          <a:xfrm>
            <a:off x="5943600" y="0"/>
            <a:ext cx="13716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9" name="Freeform 18"/>
          <p:cNvSpPr>
            <a:spLocks/>
          </p:cNvSpPr>
          <p:nvPr/>
        </p:nvSpPr>
        <p:spPr bwMode="auto">
          <a:xfrm>
            <a:off x="5948363" y="4246563"/>
            <a:ext cx="2090737"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0" name="Freeform 19"/>
          <p:cNvSpPr>
            <a:spLocks/>
          </p:cNvSpPr>
          <p:nvPr/>
        </p:nvSpPr>
        <p:spPr bwMode="auto">
          <a:xfrm>
            <a:off x="5943600" y="4267200"/>
            <a:ext cx="16002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1" name="Freeform 20"/>
          <p:cNvSpPr>
            <a:spLocks/>
          </p:cNvSpPr>
          <p:nvPr/>
        </p:nvSpPr>
        <p:spPr bwMode="auto">
          <a:xfrm>
            <a:off x="5943600" y="1371600"/>
            <a:ext cx="32004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2" name="Freeform 21"/>
          <p:cNvSpPr>
            <a:spLocks/>
          </p:cNvSpPr>
          <p:nvPr/>
        </p:nvSpPr>
        <p:spPr bwMode="auto">
          <a:xfrm>
            <a:off x="5943600" y="1752600"/>
            <a:ext cx="32004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3" name="Freeform 22"/>
          <p:cNvSpPr>
            <a:spLocks/>
          </p:cNvSpPr>
          <p:nvPr/>
        </p:nvSpPr>
        <p:spPr bwMode="auto">
          <a:xfrm>
            <a:off x="990600" y="4267200"/>
            <a:ext cx="4953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4" name="Freeform 23"/>
          <p:cNvSpPr>
            <a:spLocks/>
          </p:cNvSpPr>
          <p:nvPr/>
        </p:nvSpPr>
        <p:spPr bwMode="auto">
          <a:xfrm>
            <a:off x="533400" y="4267200"/>
            <a:ext cx="533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5" name="Freeform 24"/>
          <p:cNvSpPr>
            <a:spLocks/>
          </p:cNvSpPr>
          <p:nvPr/>
        </p:nvSpPr>
        <p:spPr bwMode="auto">
          <a:xfrm>
            <a:off x="366824" y="2438400"/>
            <a:ext cx="56388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6" name="Freeform 25"/>
          <p:cNvSpPr>
            <a:spLocks/>
          </p:cNvSpPr>
          <p:nvPr/>
        </p:nvSpPr>
        <p:spPr bwMode="auto">
          <a:xfrm>
            <a:off x="366824" y="2133600"/>
            <a:ext cx="56388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7" name="Freeform 26"/>
          <p:cNvSpPr>
            <a:spLocks/>
          </p:cNvSpPr>
          <p:nvPr/>
        </p:nvSpPr>
        <p:spPr bwMode="auto">
          <a:xfrm>
            <a:off x="4572000" y="4267200"/>
            <a:ext cx="13716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3" name="Text Placeholder 2"/>
          <p:cNvSpPr>
            <a:spLocks noGrp="1"/>
          </p:cNvSpPr>
          <p:nvPr>
            <p:ph type="body" idx="1"/>
          </p:nvPr>
        </p:nvSpPr>
        <p:spPr>
          <a:xfrm>
            <a:off x="706902" y="1351672"/>
            <a:ext cx="5718048" cy="977486"/>
          </a:xfrm>
        </p:spPr>
        <p:txBody>
          <a:bodyPr lIns="82296" tIns="45720" bIns="0" anchor="t"/>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r>
              <a:rPr lang="en-US" smtClean="0"/>
              <a:t>December, 2008</a:t>
            </a:r>
            <a:endParaRPr lang="en-US"/>
          </a:p>
        </p:txBody>
      </p:sp>
      <p:sp>
        <p:nvSpPr>
          <p:cNvPr id="5" name="Footer Placeholder 4"/>
          <p:cNvSpPr>
            <a:spLocks noGrp="1"/>
          </p:cNvSpPr>
          <p:nvPr>
            <p:ph type="ftr" sz="quarter" idx="11"/>
          </p:nvPr>
        </p:nvSpPr>
        <p:spPr/>
        <p:txBody>
          <a:bodyPr/>
          <a:lstStyle>
            <a:extLst/>
          </a:lstStyle>
          <a:p>
            <a:r>
              <a:rPr lang="en-US" smtClean="0"/>
              <a:t>E. W/G</a:t>
            </a:r>
            <a:endParaRPr lang="en-US"/>
          </a:p>
        </p:txBody>
      </p:sp>
      <p:sp>
        <p:nvSpPr>
          <p:cNvPr id="6" name="Slide Number Placeholder 5"/>
          <p:cNvSpPr>
            <a:spLocks noGrp="1"/>
          </p:cNvSpPr>
          <p:nvPr>
            <p:ph type="sldNum" sz="quarter" idx="12"/>
          </p:nvPr>
        </p:nvSpPr>
        <p:spPr/>
        <p:txBody>
          <a:bodyPr/>
          <a:lstStyle>
            <a:extLst/>
          </a:lstStyle>
          <a:p>
            <a:fld id="{AD11457B-7433-42AD-BA61-05DF5B53CDC1}" type="slidenum">
              <a:rPr lang="en-US" smtClean="0"/>
              <a:pPr/>
              <a:t>‹#›</a:t>
            </a:fld>
            <a:endParaRPr lang="en-US"/>
          </a:p>
        </p:txBody>
      </p:sp>
      <p:sp>
        <p:nvSpPr>
          <p:cNvPr id="7" name="Rectangle 6"/>
          <p:cNvSpPr/>
          <p:nvPr/>
        </p:nvSpPr>
        <p:spPr>
          <a:xfrm>
            <a:off x="363160" y="402264"/>
            <a:ext cx="850392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706902" y="512064"/>
            <a:ext cx="8156448" cy="777240"/>
          </a:xfrm>
        </p:spPr>
        <p:txBody>
          <a:bodyPr tIns="64008"/>
          <a:lstStyle>
            <a:lvl1pPr algn="l">
              <a:buNone/>
              <a:defRPr sz="3800" b="0" cap="none" spc="-150" baseline="0"/>
            </a:lvl1pPr>
            <a:extLst/>
          </a:lstStyle>
          <a:p>
            <a:r>
              <a:rPr kumimoji="0" lang="en-US" smtClean="0"/>
              <a:t>Click to edit Master title style</a:t>
            </a:r>
            <a:endParaRPr kumimoji="0" lang="en-US"/>
          </a:p>
        </p:txBody>
      </p:sp>
      <p:sp>
        <p:nvSpPr>
          <p:cNvPr id="8" name="Rectangle 7"/>
          <p:cNvSpPr/>
          <p:nvPr/>
        </p:nvSpPr>
        <p:spPr>
          <a:xfrm flipH="1">
            <a:off x="371538"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Rectangle 8"/>
          <p:cNvSpPr/>
          <p:nvPr/>
        </p:nvSpPr>
        <p:spPr>
          <a:xfrm flipH="1">
            <a:off x="411109"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0" name="Rectangle 9"/>
          <p:cNvSpPr/>
          <p:nvPr/>
        </p:nvSpPr>
        <p:spPr>
          <a:xfrm flipH="1">
            <a:off x="44845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ectangle 10"/>
          <p:cNvSpPr/>
          <p:nvPr/>
        </p:nvSpPr>
        <p:spPr>
          <a:xfrm flipH="1">
            <a:off x="476702"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500478"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transition>
    <p:wipe dir="r"/>
  </p:transition>
  <p:timing>
    <p:tnLst>
      <p:par>
        <p:cTn id="1" dur="indefinite" restart="never" nodeType="tmRoot"/>
      </p:par>
    </p:tnLst>
  </p:timing>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12064"/>
            <a:ext cx="8229600" cy="9144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64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55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r>
              <a:rPr lang="en-US" smtClean="0"/>
              <a:t>December, 2008</a:t>
            </a:r>
            <a:endParaRPr lang="en-US"/>
          </a:p>
        </p:txBody>
      </p:sp>
      <p:sp>
        <p:nvSpPr>
          <p:cNvPr id="6" name="Footer Placeholder 5"/>
          <p:cNvSpPr>
            <a:spLocks noGrp="1"/>
          </p:cNvSpPr>
          <p:nvPr>
            <p:ph type="ftr" sz="quarter" idx="11"/>
          </p:nvPr>
        </p:nvSpPr>
        <p:spPr/>
        <p:txBody>
          <a:bodyPr/>
          <a:lstStyle>
            <a:extLst/>
          </a:lstStyle>
          <a:p>
            <a:r>
              <a:rPr lang="en-US" smtClean="0"/>
              <a:t>E. W/G</a:t>
            </a:r>
            <a:endParaRPr lang="en-US"/>
          </a:p>
        </p:txBody>
      </p:sp>
      <p:sp>
        <p:nvSpPr>
          <p:cNvPr id="7" name="Slide Number Placeholder 6"/>
          <p:cNvSpPr>
            <a:spLocks noGrp="1"/>
          </p:cNvSpPr>
          <p:nvPr>
            <p:ph type="sldNum" sz="quarter" idx="12"/>
          </p:nvPr>
        </p:nvSpPr>
        <p:spPr/>
        <p:txBody>
          <a:bodyPr/>
          <a:lstStyle>
            <a:extLst/>
          </a:lstStyle>
          <a:p>
            <a:fld id="{AD11457B-7433-42AD-BA61-05DF5B53CDC1}" type="slidenum">
              <a:rPr lang="en-US" smtClean="0"/>
              <a:pPr/>
              <a:t>‹#›</a:t>
            </a:fld>
            <a:endParaRPr lang="en-US"/>
          </a:p>
        </p:txBody>
      </p:sp>
    </p:spTree>
  </p:cSld>
  <p:clrMapOvr>
    <a:masterClrMapping/>
  </p:clrMapOvr>
  <p:transition>
    <p:wipe dir="r"/>
  </p:transition>
  <p:timing>
    <p:tnLst>
      <p:par>
        <p:cTn id="1" dur="indefinite" restart="never" nodeType="tmRoot"/>
      </p:par>
    </p:tnLst>
  </p:timing>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02265"/>
            <a:ext cx="886708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504824" y="512064"/>
            <a:ext cx="7772400" cy="914400"/>
          </a:xfrm>
        </p:spPr>
        <p:txBody>
          <a:bodyPr anchor="t"/>
          <a:lstStyle>
            <a:lvl1pPr>
              <a:defRPr sz="400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09750"/>
            <a:ext cx="4040188"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09750"/>
            <a:ext cx="4041775"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459037"/>
            <a:ext cx="4040188"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459037"/>
            <a:ext cx="4041775"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r>
              <a:rPr lang="en-US" smtClean="0"/>
              <a:t>December, 2008</a:t>
            </a:r>
            <a:endParaRPr lang="en-US"/>
          </a:p>
        </p:txBody>
      </p:sp>
      <p:sp>
        <p:nvSpPr>
          <p:cNvPr id="8" name="Footer Placeholder 7"/>
          <p:cNvSpPr>
            <a:spLocks noGrp="1"/>
          </p:cNvSpPr>
          <p:nvPr>
            <p:ph type="ftr" sz="quarter" idx="11"/>
          </p:nvPr>
        </p:nvSpPr>
        <p:spPr/>
        <p:txBody>
          <a:bodyPr/>
          <a:lstStyle>
            <a:extLst/>
          </a:lstStyle>
          <a:p>
            <a:r>
              <a:rPr lang="en-US" smtClean="0"/>
              <a:t>E. W/G</a:t>
            </a:r>
            <a:endParaRPr lang="en-US"/>
          </a:p>
        </p:txBody>
      </p:sp>
      <p:sp>
        <p:nvSpPr>
          <p:cNvPr id="9" name="Slide Number Placeholder 8"/>
          <p:cNvSpPr>
            <a:spLocks noGrp="1"/>
          </p:cNvSpPr>
          <p:nvPr>
            <p:ph type="sldNum" sz="quarter" idx="12"/>
          </p:nvPr>
        </p:nvSpPr>
        <p:spPr/>
        <p:txBody>
          <a:bodyPr/>
          <a:lstStyle>
            <a:extLst/>
          </a:lstStyle>
          <a:p>
            <a:fld id="{AD11457B-7433-42AD-BA61-05DF5B53CDC1}" type="slidenum">
              <a:rPr lang="en-US" smtClean="0"/>
              <a:pPr/>
              <a:t>‹#›</a:t>
            </a:fld>
            <a:endParaRPr lang="en-US"/>
          </a:p>
        </p:txBody>
      </p:sp>
      <p:sp>
        <p:nvSpPr>
          <p:cNvPr id="16" name="Rectangle 15"/>
          <p:cNvSpPr/>
          <p:nvPr/>
        </p:nvSpPr>
        <p:spPr>
          <a:xfrm>
            <a:off x="87790" y="680477"/>
            <a:ext cx="4572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7" name="Rectangle 16"/>
          <p:cNvSpPr/>
          <p:nvPr/>
        </p:nvSpPr>
        <p:spPr>
          <a:xfrm>
            <a:off x="47305"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8" name="Rectangle 17"/>
          <p:cNvSpPr/>
          <p:nvPr/>
        </p:nvSpPr>
        <p:spPr>
          <a:xfrm>
            <a:off x="2825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9" name="Rectangle 18"/>
          <p:cNvSpPr/>
          <p:nvPr/>
        </p:nvSpPr>
        <p:spPr>
          <a:xfrm>
            <a:off x="0"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0" name="Rectangle 19"/>
          <p:cNvSpPr/>
          <p:nvPr/>
        </p:nvSpPr>
        <p:spPr>
          <a:xfrm flipH="1">
            <a:off x="149770"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1" name="Rectangle 20"/>
          <p:cNvSpPr/>
          <p:nvPr/>
        </p:nvSpPr>
        <p:spPr>
          <a:xfrm flipH="1">
            <a:off x="189341"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Rectangle 21"/>
          <p:cNvSpPr/>
          <p:nvPr/>
        </p:nvSpPr>
        <p:spPr>
          <a:xfrm flipH="1">
            <a:off x="22668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9" name="Rectangle 28"/>
          <p:cNvSpPr/>
          <p:nvPr/>
        </p:nvSpPr>
        <p:spPr>
          <a:xfrm flipH="1">
            <a:off x="254934"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30" name="Rectangle 29"/>
          <p:cNvSpPr/>
          <p:nvPr/>
        </p:nvSpPr>
        <p:spPr>
          <a:xfrm>
            <a:off x="278710"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transition>
    <p:wipe dir="r"/>
  </p:transition>
  <p:timing>
    <p:tnLst>
      <p:par>
        <p:cTn id="1" dur="indefinite" restart="never" nodeType="tmRoot"/>
      </p:par>
    </p:tnLst>
  </p:timing>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512064"/>
            <a:ext cx="7772400" cy="914400"/>
          </a:xfrm>
        </p:spPr>
        <p:txBody>
          <a:bodyPr/>
          <a:lstStyle>
            <a:lvl1pPr>
              <a:defRPr sz="4000" cap="none" baseline="0"/>
            </a:lvl1pPr>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r>
              <a:rPr lang="en-US" smtClean="0"/>
              <a:t>December, 2008</a:t>
            </a:r>
            <a:endParaRPr lang="en-US"/>
          </a:p>
        </p:txBody>
      </p:sp>
      <p:sp>
        <p:nvSpPr>
          <p:cNvPr id="4" name="Footer Placeholder 3"/>
          <p:cNvSpPr>
            <a:spLocks noGrp="1"/>
          </p:cNvSpPr>
          <p:nvPr>
            <p:ph type="ftr" sz="quarter" idx="11"/>
          </p:nvPr>
        </p:nvSpPr>
        <p:spPr/>
        <p:txBody>
          <a:bodyPr/>
          <a:lstStyle>
            <a:extLst/>
          </a:lstStyle>
          <a:p>
            <a:r>
              <a:rPr lang="en-US" smtClean="0"/>
              <a:t>E. W/G</a:t>
            </a:r>
            <a:endParaRPr lang="en-US"/>
          </a:p>
        </p:txBody>
      </p:sp>
      <p:sp>
        <p:nvSpPr>
          <p:cNvPr id="5" name="Slide Number Placeholder 4"/>
          <p:cNvSpPr>
            <a:spLocks noGrp="1"/>
          </p:cNvSpPr>
          <p:nvPr>
            <p:ph type="sldNum" sz="quarter" idx="12"/>
          </p:nvPr>
        </p:nvSpPr>
        <p:spPr/>
        <p:txBody>
          <a:bodyPr/>
          <a:lstStyle>
            <a:extLst/>
          </a:lstStyle>
          <a:p>
            <a:fld id="{AD11457B-7433-42AD-BA61-05DF5B53CDC1}" type="slidenum">
              <a:rPr lang="en-US" smtClean="0"/>
              <a:pPr/>
              <a:t>‹#›</a:t>
            </a:fld>
            <a:endParaRPr lang="en-US"/>
          </a:p>
        </p:txBody>
      </p:sp>
    </p:spTree>
  </p:cSld>
  <p:clrMapOvr>
    <a:masterClrMapping/>
  </p:clrMapOvr>
  <p:transition>
    <p:wipe dir="r"/>
  </p:transition>
  <p:timing>
    <p:tnLst>
      <p:par>
        <p:cTn id="1" dur="indefinite" restart="never" nodeType="tmRoot"/>
      </p:par>
    </p:tnLst>
  </p:timing>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r>
              <a:rPr lang="en-US" smtClean="0"/>
              <a:t>December, 2008</a:t>
            </a:r>
            <a:endParaRPr lang="en-US"/>
          </a:p>
        </p:txBody>
      </p:sp>
      <p:sp>
        <p:nvSpPr>
          <p:cNvPr id="3" name="Footer Placeholder 2"/>
          <p:cNvSpPr>
            <a:spLocks noGrp="1"/>
          </p:cNvSpPr>
          <p:nvPr>
            <p:ph type="ftr" sz="quarter" idx="11"/>
          </p:nvPr>
        </p:nvSpPr>
        <p:spPr/>
        <p:txBody>
          <a:bodyPr/>
          <a:lstStyle>
            <a:extLst/>
          </a:lstStyle>
          <a:p>
            <a:r>
              <a:rPr lang="en-US" smtClean="0"/>
              <a:t>E. W/G</a:t>
            </a:r>
            <a:endParaRPr lang="en-US"/>
          </a:p>
        </p:txBody>
      </p:sp>
      <p:sp>
        <p:nvSpPr>
          <p:cNvPr id="4" name="Slide Number Placeholder 3"/>
          <p:cNvSpPr>
            <a:spLocks noGrp="1"/>
          </p:cNvSpPr>
          <p:nvPr>
            <p:ph type="sldNum" sz="quarter" idx="12"/>
          </p:nvPr>
        </p:nvSpPr>
        <p:spPr/>
        <p:txBody>
          <a:bodyPr/>
          <a:lstStyle>
            <a:extLst/>
          </a:lstStyle>
          <a:p>
            <a:fld id="{AD11457B-7433-42AD-BA61-05DF5B53CDC1}" type="slidenum">
              <a:rPr lang="en-US" smtClean="0"/>
              <a:pPr/>
              <a:t>‹#›</a:t>
            </a:fld>
            <a:endParaRPr lang="en-US"/>
          </a:p>
        </p:txBody>
      </p:sp>
    </p:spTree>
  </p:cSld>
  <p:clrMapOvr>
    <a:masterClrMapping/>
  </p:clrMapOvr>
  <p:transition>
    <p:wipe dir="r"/>
  </p:transition>
  <p:timing>
    <p:tnLst>
      <p:par>
        <p:cTn id="1" dur="indefinite" restart="never" nodeType="tmRoot"/>
      </p:par>
    </p:tnLst>
  </p:timing>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8229600" cy="1162050"/>
          </a:xfrm>
        </p:spPr>
        <p:txBody>
          <a:bodyPr anchor="ctr"/>
          <a:lstStyle>
            <a:lvl1pPr algn="l">
              <a:buNone/>
              <a:defRPr sz="3600" b="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435100"/>
            <a:ext cx="2514600" cy="4572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429000" y="1435100"/>
            <a:ext cx="5486400"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r>
              <a:rPr lang="en-US" smtClean="0"/>
              <a:t>December, 2008</a:t>
            </a:r>
            <a:endParaRPr lang="en-US"/>
          </a:p>
        </p:txBody>
      </p:sp>
      <p:sp>
        <p:nvSpPr>
          <p:cNvPr id="6" name="Footer Placeholder 5"/>
          <p:cNvSpPr>
            <a:spLocks noGrp="1"/>
          </p:cNvSpPr>
          <p:nvPr>
            <p:ph type="ftr" sz="quarter" idx="11"/>
          </p:nvPr>
        </p:nvSpPr>
        <p:spPr/>
        <p:txBody>
          <a:bodyPr/>
          <a:lstStyle>
            <a:extLst/>
          </a:lstStyle>
          <a:p>
            <a:r>
              <a:rPr lang="en-US" smtClean="0"/>
              <a:t>E. W/G</a:t>
            </a:r>
            <a:endParaRPr lang="en-US"/>
          </a:p>
        </p:txBody>
      </p:sp>
      <p:sp>
        <p:nvSpPr>
          <p:cNvPr id="7" name="Slide Number Placeholder 6"/>
          <p:cNvSpPr>
            <a:spLocks noGrp="1"/>
          </p:cNvSpPr>
          <p:nvPr>
            <p:ph type="sldNum" sz="quarter" idx="12"/>
          </p:nvPr>
        </p:nvSpPr>
        <p:spPr/>
        <p:txBody>
          <a:bodyPr/>
          <a:lstStyle>
            <a:extLst/>
          </a:lstStyle>
          <a:p>
            <a:fld id="{AD11457B-7433-42AD-BA61-05DF5B53CDC1}" type="slidenum">
              <a:rPr lang="en-US" smtClean="0"/>
              <a:pPr/>
              <a:t>‹#›</a:t>
            </a:fld>
            <a:endParaRPr lang="en-US"/>
          </a:p>
        </p:txBody>
      </p:sp>
    </p:spTree>
  </p:cSld>
  <p:clrMapOvr>
    <a:masterClrMapping/>
  </p:clrMapOvr>
  <p:transition>
    <p:wipe dir="r"/>
  </p:transition>
  <p:timing>
    <p:tnLst>
      <p:par>
        <p:cTn id="1" dur="indefinite" restart="never" nodeType="tmRoot"/>
      </p:par>
    </p:tnLst>
  </p:timing>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368032" y="0"/>
            <a:ext cx="877824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cxnSp>
        <p:nvCxnSpPr>
          <p:cNvPr id="9" name="Straight Connector 8"/>
          <p:cNvCxnSpPr/>
          <p:nvPr/>
        </p:nvCxnSpPr>
        <p:spPr>
          <a:xfrm flipV="1">
            <a:off x="363195" y="1885028"/>
            <a:ext cx="8782622"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8514581" y="1219200"/>
            <a:ext cx="132763" cy="128466"/>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914400" y="441251"/>
            <a:ext cx="6858000" cy="701749"/>
          </a:xfrm>
        </p:spPr>
        <p:txBody>
          <a:bodyPr anchor="b"/>
          <a:lstStyle>
            <a:lvl1pPr algn="l">
              <a:buNone/>
              <a:defRPr sz="21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368032" y="1893781"/>
            <a:ext cx="8778240" cy="4960144"/>
          </a:xfrm>
          <a:solidFill>
            <a:schemeClr val="bg2"/>
          </a:solidFill>
        </p:spPr>
        <p:txBody>
          <a:bodyPr/>
          <a:lstStyle>
            <a:lvl1pPr marL="0" indent="0">
              <a:buNone/>
              <a:defRPr sz="3200"/>
            </a:lvl1pPr>
            <a:extLst/>
          </a:lstStyle>
          <a:p>
            <a:r>
              <a:rPr kumimoji="0" lang="en-US" smtClean="0"/>
              <a:t>Click icon to add picture</a:t>
            </a:r>
            <a:endParaRPr kumimoji="0" lang="en-US"/>
          </a:p>
        </p:txBody>
      </p:sp>
      <p:sp>
        <p:nvSpPr>
          <p:cNvPr id="4" name="Text Placeholder 3"/>
          <p:cNvSpPr>
            <a:spLocks noGrp="1"/>
          </p:cNvSpPr>
          <p:nvPr>
            <p:ph type="body" sz="half" idx="2"/>
          </p:nvPr>
        </p:nvSpPr>
        <p:spPr bwMode="grayWhite">
          <a:xfrm>
            <a:off x="914400" y="1150144"/>
            <a:ext cx="6858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grpSp>
        <p:nvGrpSpPr>
          <p:cNvPr id="14" name="Group 13"/>
          <p:cNvGrpSpPr/>
          <p:nvPr/>
        </p:nvGrpSpPr>
        <p:grpSpPr>
          <a:xfrm rot="5400000">
            <a:off x="8666981" y="1371600"/>
            <a:ext cx="132763" cy="128466"/>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8320088" y="1474763"/>
            <a:ext cx="132763" cy="128466"/>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6477000" y="55499"/>
            <a:ext cx="2133600" cy="365125"/>
          </a:xfrm>
        </p:spPr>
        <p:txBody>
          <a:bodyPr/>
          <a:lstStyle>
            <a:extLst/>
          </a:lstStyle>
          <a:p>
            <a:r>
              <a:rPr lang="en-US" smtClean="0"/>
              <a:t>December, 2008</a:t>
            </a:r>
            <a:endParaRPr lang="en-US"/>
          </a:p>
        </p:txBody>
      </p:sp>
      <p:sp>
        <p:nvSpPr>
          <p:cNvPr id="6" name="Footer Placeholder 5"/>
          <p:cNvSpPr>
            <a:spLocks noGrp="1"/>
          </p:cNvSpPr>
          <p:nvPr>
            <p:ph type="ftr" sz="quarter" idx="11"/>
          </p:nvPr>
        </p:nvSpPr>
        <p:spPr>
          <a:xfrm>
            <a:off x="914400" y="55499"/>
            <a:ext cx="5562600" cy="365125"/>
          </a:xfrm>
        </p:spPr>
        <p:txBody>
          <a:bodyPr/>
          <a:lstStyle>
            <a:extLst/>
          </a:lstStyle>
          <a:p>
            <a:r>
              <a:rPr lang="en-US" smtClean="0"/>
              <a:t>E. W/G</a:t>
            </a:r>
            <a:endParaRPr lang="en-US"/>
          </a:p>
        </p:txBody>
      </p:sp>
      <p:sp>
        <p:nvSpPr>
          <p:cNvPr id="7" name="Slide Number Placeholder 6"/>
          <p:cNvSpPr>
            <a:spLocks noGrp="1"/>
          </p:cNvSpPr>
          <p:nvPr>
            <p:ph type="sldNum" sz="quarter" idx="12"/>
          </p:nvPr>
        </p:nvSpPr>
        <p:spPr>
          <a:xfrm>
            <a:off x="8610600" y="55499"/>
            <a:ext cx="457200" cy="365125"/>
          </a:xfrm>
        </p:spPr>
        <p:txBody>
          <a:bodyPr/>
          <a:lstStyle>
            <a:extLst/>
          </a:lstStyle>
          <a:p>
            <a:fld id="{AD11457B-7433-42AD-BA61-05DF5B53CDC1}" type="slidenum">
              <a:rPr lang="en-US" smtClean="0"/>
              <a:pPr/>
              <a:t>‹#›</a:t>
            </a:fld>
            <a:endParaRPr lang="en-US"/>
          </a:p>
        </p:txBody>
      </p:sp>
    </p:spTree>
  </p:cSld>
  <p:clrMapOvr>
    <a:masterClrMapping/>
  </p:clrMapOvr>
  <p:transition>
    <p:wipe dir="r"/>
  </p:transition>
  <p:timing>
    <p:tnLst>
      <p:par>
        <p:cTn id="1" dur="indefinite" restart="never" nodeType="tmRoot"/>
      </p:par>
    </p:tnLst>
  </p:timing>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r>
              <a:rPr lang="en-US" smtClean="0"/>
              <a:t>December, 2008</a:t>
            </a:r>
            <a:endParaRPr lang="en-US"/>
          </a:p>
        </p:txBody>
      </p:sp>
      <p:sp>
        <p:nvSpPr>
          <p:cNvPr id="5" name="Footer Placeholder 4"/>
          <p:cNvSpPr>
            <a:spLocks noGrp="1"/>
          </p:cNvSpPr>
          <p:nvPr>
            <p:ph type="ftr" sz="quarter" idx="11"/>
          </p:nvPr>
        </p:nvSpPr>
        <p:spPr/>
        <p:txBody>
          <a:bodyPr/>
          <a:lstStyle>
            <a:extLst/>
          </a:lstStyle>
          <a:p>
            <a:r>
              <a:rPr lang="en-US" smtClean="0"/>
              <a:t>E. W/G</a:t>
            </a:r>
            <a:endParaRPr lang="en-US"/>
          </a:p>
        </p:txBody>
      </p:sp>
      <p:sp>
        <p:nvSpPr>
          <p:cNvPr id="6" name="Slide Number Placeholder 5"/>
          <p:cNvSpPr>
            <a:spLocks noGrp="1"/>
          </p:cNvSpPr>
          <p:nvPr>
            <p:ph type="sldNum" sz="quarter" idx="12"/>
          </p:nvPr>
        </p:nvSpPr>
        <p:spPr/>
        <p:txBody>
          <a:bodyPr/>
          <a:lstStyle>
            <a:extLst/>
          </a:lstStyle>
          <a:p>
            <a:fld id="{AD11457B-7433-42AD-BA61-05DF5B53CDC1}" type="slidenum">
              <a:rPr lang="en-US" smtClean="0"/>
              <a:pPr/>
              <a:t>‹#›</a:t>
            </a:fld>
            <a:endParaRPr lang="en-US"/>
          </a:p>
        </p:txBody>
      </p:sp>
    </p:spTree>
  </p:cSld>
  <p:clrMapOvr>
    <a:masterClrMapping/>
  </p:clrMapOvr>
  <p:transition>
    <p:wipe dir="r"/>
  </p:transition>
  <p:timing>
    <p:tnLst>
      <p:par>
        <p:cTn id="1" dur="indefinite" restart="never" nodeType="tmRoot"/>
      </p:par>
    </p:tnLst>
  </p:timing>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981200" cy="5851525"/>
          </a:xfrm>
        </p:spPr>
        <p:txBody>
          <a:bodyPr vert="eaVert" anchor="ct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39"/>
            <a:ext cx="58674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r>
              <a:rPr lang="en-US" smtClean="0"/>
              <a:t>December, 2008</a:t>
            </a:r>
            <a:endParaRPr lang="en-US"/>
          </a:p>
        </p:txBody>
      </p:sp>
      <p:sp>
        <p:nvSpPr>
          <p:cNvPr id="5" name="Footer Placeholder 4"/>
          <p:cNvSpPr>
            <a:spLocks noGrp="1"/>
          </p:cNvSpPr>
          <p:nvPr>
            <p:ph type="ftr" sz="quarter" idx="11"/>
          </p:nvPr>
        </p:nvSpPr>
        <p:spPr/>
        <p:txBody>
          <a:bodyPr/>
          <a:lstStyle>
            <a:extLst/>
          </a:lstStyle>
          <a:p>
            <a:r>
              <a:rPr lang="en-US" smtClean="0"/>
              <a:t>E. W/G</a:t>
            </a:r>
            <a:endParaRPr lang="en-US"/>
          </a:p>
        </p:txBody>
      </p:sp>
      <p:sp>
        <p:nvSpPr>
          <p:cNvPr id="6" name="Slide Number Placeholder 5"/>
          <p:cNvSpPr>
            <a:spLocks noGrp="1"/>
          </p:cNvSpPr>
          <p:nvPr>
            <p:ph type="sldNum" sz="quarter" idx="12"/>
          </p:nvPr>
        </p:nvSpPr>
        <p:spPr/>
        <p:txBody>
          <a:bodyPr/>
          <a:lstStyle>
            <a:extLst/>
          </a:lstStyle>
          <a:p>
            <a:fld id="{AD11457B-7433-42AD-BA61-05DF5B53CDC1}" type="slidenum">
              <a:rPr lang="en-US" smtClean="0"/>
              <a:pPr/>
              <a:t>‹#›</a:t>
            </a:fld>
            <a:endParaRPr lang="en-US"/>
          </a:p>
        </p:txBody>
      </p:sp>
    </p:spTree>
  </p:cSld>
  <p:clrMapOvr>
    <a:masterClrMapping/>
  </p:clrMapOvr>
  <p:transition>
    <p:wipe dir="r"/>
  </p:transition>
  <p:timing>
    <p:tnLst>
      <p:par>
        <p:cTn id="1" dur="indefinite" restart="never" nodeType="tmRoot"/>
      </p:par>
    </p:tnLst>
  </p:timing>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42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34290" indent="0" algn="r">
              <a:buNone/>
              <a:defRPr>
                <a:solidFill>
                  <a:schemeClr val="tx1"/>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lang="en-US" smtClean="0"/>
              <a:t>Click to edit Master subtitle style</a:t>
            </a:r>
            <a:endParaRPr lang="en-US"/>
          </a:p>
        </p:txBody>
      </p:sp>
      <p:sp>
        <p:nvSpPr>
          <p:cNvPr id="4" name="Date Placeholder 29"/>
          <p:cNvSpPr>
            <a:spLocks noGrp="1"/>
          </p:cNvSpPr>
          <p:nvPr>
            <p:ph type="dt" sz="half" idx="10"/>
          </p:nvPr>
        </p:nvSpPr>
        <p:spPr/>
        <p:txBody>
          <a:bodyPr/>
          <a:lstStyle>
            <a:lvl1pPr>
              <a:defRPr/>
            </a:lvl1pPr>
          </a:lstStyle>
          <a:p>
            <a:pPr>
              <a:defRPr/>
            </a:pPr>
            <a:endParaRPr lang="en-US">
              <a:solidFill>
                <a:srgbClr val="DBF5F9">
                  <a:shade val="90000"/>
                </a:srgbClr>
              </a:solidFill>
            </a:endParaRPr>
          </a:p>
        </p:txBody>
      </p:sp>
      <p:sp>
        <p:nvSpPr>
          <p:cNvPr id="5" name="Footer Placeholder 18"/>
          <p:cNvSpPr>
            <a:spLocks noGrp="1"/>
          </p:cNvSpPr>
          <p:nvPr>
            <p:ph type="ftr" sz="quarter" idx="11"/>
          </p:nvPr>
        </p:nvSpPr>
        <p:spPr/>
        <p:txBody>
          <a:bodyPr/>
          <a:lstStyle>
            <a:lvl1pPr>
              <a:defRPr/>
            </a:lvl1pPr>
          </a:lstStyle>
          <a:p>
            <a:pPr>
              <a:defRPr/>
            </a:pPr>
            <a:endParaRPr lang="en-US">
              <a:solidFill>
                <a:srgbClr val="DBF5F9">
                  <a:shade val="90000"/>
                </a:srgbClr>
              </a:solidFill>
            </a:endParaRPr>
          </a:p>
        </p:txBody>
      </p:sp>
      <p:sp>
        <p:nvSpPr>
          <p:cNvPr id="6" name="Slide Number Placeholder 26"/>
          <p:cNvSpPr>
            <a:spLocks noGrp="1"/>
          </p:cNvSpPr>
          <p:nvPr>
            <p:ph type="sldNum" sz="quarter" idx="12"/>
          </p:nvPr>
        </p:nvSpPr>
        <p:spPr/>
        <p:txBody>
          <a:bodyPr/>
          <a:lstStyle>
            <a:lvl1pPr>
              <a:defRPr>
                <a:solidFill>
                  <a:srgbClr val="D1EAEE"/>
                </a:solidFill>
              </a:defRPr>
            </a:lvl1pPr>
          </a:lstStyle>
          <a:p>
            <a:fld id="{2B2D9E5B-9C0A-41A9-ABB9-52CAE8B5FCDA}" type="slidenum">
              <a:rPr lang="en-US" altLang="en-US"/>
              <a:pPr/>
              <a:t>‹#›</a:t>
            </a:fld>
            <a:endParaRPr lang="en-US" altLang="en-US"/>
          </a:p>
        </p:txBody>
      </p:sp>
    </p:spTree>
    <p:extLst>
      <p:ext uri="{BB962C8B-B14F-4D97-AF65-F5344CB8AC3E}">
        <p14:creationId xmlns="" xmlns:p14="http://schemas.microsoft.com/office/powerpoint/2010/main" val="3630046913"/>
      </p:ext>
    </p:extLst>
  </p:cSld>
  <p:clrMapOvr>
    <a:overrideClrMapping bg1="dk1" tx1="lt1" bg2="dk2" tx2="lt2" accent1="accent1" accent2="accent2" accent3="accent3" accent4="accent4" accent5="accent5" accent6="accent6" hlink="hlink" folHlink="folHlink"/>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solidFill>
                <a:srgbClr val="04617B">
                  <a:shade val="90000"/>
                </a:srgbClr>
              </a:solidFill>
            </a:endParaRPr>
          </a:p>
        </p:txBody>
      </p:sp>
      <p:sp>
        <p:nvSpPr>
          <p:cNvPr id="5" name="Footer Placeholder 21"/>
          <p:cNvSpPr>
            <a:spLocks noGrp="1"/>
          </p:cNvSpPr>
          <p:nvPr>
            <p:ph type="ftr" sz="quarter" idx="11"/>
          </p:nvPr>
        </p:nvSpPr>
        <p:spPr/>
        <p:txBody>
          <a:bodyPr/>
          <a:lstStyle>
            <a:lvl1pPr>
              <a:defRPr/>
            </a:lvl1pPr>
          </a:lstStyle>
          <a:p>
            <a:pPr>
              <a:defRPr/>
            </a:pPr>
            <a:endParaRPr lang="en-US">
              <a:solidFill>
                <a:srgbClr val="04617B">
                  <a:shade val="90000"/>
                </a:srgbClr>
              </a:solidFill>
            </a:endParaRPr>
          </a:p>
        </p:txBody>
      </p:sp>
      <p:sp>
        <p:nvSpPr>
          <p:cNvPr id="6" name="Slide Number Placeholder 17"/>
          <p:cNvSpPr>
            <a:spLocks noGrp="1"/>
          </p:cNvSpPr>
          <p:nvPr>
            <p:ph type="sldNum" sz="quarter" idx="12"/>
          </p:nvPr>
        </p:nvSpPr>
        <p:spPr/>
        <p:txBody>
          <a:bodyPr/>
          <a:lstStyle>
            <a:lvl1pPr>
              <a:defRPr/>
            </a:lvl1pPr>
          </a:lstStyle>
          <a:p>
            <a:fld id="{EDA3D3A7-325B-4EC4-A870-413E3E9C3AED}" type="slidenum">
              <a:rPr lang="en-US" altLang="en-US"/>
              <a:pPr/>
              <a:t>‹#›</a:t>
            </a:fld>
            <a:endParaRPr lang="en-US" altLang="en-US"/>
          </a:p>
        </p:txBody>
      </p:sp>
    </p:spTree>
    <p:extLst>
      <p:ext uri="{BB962C8B-B14F-4D97-AF65-F5344CB8AC3E}">
        <p14:creationId xmlns="" xmlns:p14="http://schemas.microsoft.com/office/powerpoint/2010/main" val="3689235227"/>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42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1650">
                <a:solidFill>
                  <a:schemeClr val="tx1"/>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srgbClr val="DBF5F9">
                  <a:shade val="90000"/>
                </a:srgb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srgbClr val="DBF5F9">
                  <a:shade val="90000"/>
                </a:srgbClr>
              </a:solidFill>
            </a:endParaRPr>
          </a:p>
        </p:txBody>
      </p:sp>
      <p:sp>
        <p:nvSpPr>
          <p:cNvPr id="6" name="Slide Number Placeholder 5"/>
          <p:cNvSpPr>
            <a:spLocks noGrp="1"/>
          </p:cNvSpPr>
          <p:nvPr>
            <p:ph type="sldNum" sz="quarter" idx="12"/>
          </p:nvPr>
        </p:nvSpPr>
        <p:spPr/>
        <p:txBody>
          <a:bodyPr/>
          <a:lstStyle>
            <a:lvl1pPr>
              <a:defRPr>
                <a:solidFill>
                  <a:srgbClr val="D1EAEE"/>
                </a:solidFill>
              </a:defRPr>
            </a:lvl1pPr>
          </a:lstStyle>
          <a:p>
            <a:fld id="{351384CF-9106-4E94-A42B-8AD7BB287223}" type="slidenum">
              <a:rPr lang="en-US" altLang="en-US"/>
              <a:pPr/>
              <a:t>‹#›</a:t>
            </a:fld>
            <a:endParaRPr lang="en-US" altLang="en-US"/>
          </a:p>
        </p:txBody>
      </p:sp>
    </p:spTree>
    <p:extLst>
      <p:ext uri="{BB962C8B-B14F-4D97-AF65-F5344CB8AC3E}">
        <p14:creationId xmlns="" xmlns:p14="http://schemas.microsoft.com/office/powerpoint/2010/main" val="3270587458"/>
      </p:ext>
    </p:extLst>
  </p:cSld>
  <p:clrMapOvr>
    <a:overrideClrMapping bg1="dk1" tx1="lt1" bg2="dk2" tx2="lt2" accent1="accent1" accent2="accent2" accent3="accent3" accent4="accent4" accent5="accent5" accent6="accent6" hlink="hlink" folHlink="folHlink"/>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20085"/>
            <a:ext cx="4038600" cy="4434840"/>
          </a:xfrm>
        </p:spPr>
        <p:txBody>
          <a:bodyPr/>
          <a:lstStyle>
            <a:lvl1pPr>
              <a:defRPr sz="1950"/>
            </a:lvl1pPr>
            <a:lvl2pPr>
              <a:defRPr sz="1800"/>
            </a:lvl2pPr>
            <a:lvl3pPr>
              <a:defRPr sz="1500"/>
            </a:lvl3pPr>
            <a:lvl4pPr>
              <a:defRPr sz="1350"/>
            </a:lvl4pPr>
            <a:lvl5pPr>
              <a:defRPr sz="135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20085"/>
            <a:ext cx="4038600" cy="4434840"/>
          </a:xfrm>
        </p:spPr>
        <p:txBody>
          <a:bodyPr/>
          <a:lstStyle>
            <a:lvl1pPr>
              <a:defRPr sz="1950"/>
            </a:lvl1pPr>
            <a:lvl2pPr>
              <a:defRPr sz="1800"/>
            </a:lvl2pPr>
            <a:lvl3pPr>
              <a:defRPr sz="1500"/>
            </a:lvl3pPr>
            <a:lvl4pPr>
              <a:defRPr sz="1350"/>
            </a:lvl4pPr>
            <a:lvl5pPr>
              <a:defRPr sz="135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endParaRPr lang="en-US">
              <a:solidFill>
                <a:srgbClr val="04617B">
                  <a:shade val="90000"/>
                </a:srgbClr>
              </a:solidFill>
            </a:endParaRPr>
          </a:p>
        </p:txBody>
      </p:sp>
      <p:sp>
        <p:nvSpPr>
          <p:cNvPr id="6" name="Footer Placeholder 21"/>
          <p:cNvSpPr>
            <a:spLocks noGrp="1"/>
          </p:cNvSpPr>
          <p:nvPr>
            <p:ph type="ftr" sz="quarter" idx="11"/>
          </p:nvPr>
        </p:nvSpPr>
        <p:spPr/>
        <p:txBody>
          <a:bodyPr/>
          <a:lstStyle>
            <a:lvl1pPr>
              <a:defRPr/>
            </a:lvl1pPr>
          </a:lstStyle>
          <a:p>
            <a:pPr>
              <a:defRPr/>
            </a:pPr>
            <a:endParaRPr lang="en-US">
              <a:solidFill>
                <a:srgbClr val="04617B">
                  <a:shade val="90000"/>
                </a:srgbClr>
              </a:solidFill>
            </a:endParaRPr>
          </a:p>
        </p:txBody>
      </p:sp>
      <p:sp>
        <p:nvSpPr>
          <p:cNvPr id="7" name="Slide Number Placeholder 17"/>
          <p:cNvSpPr>
            <a:spLocks noGrp="1"/>
          </p:cNvSpPr>
          <p:nvPr>
            <p:ph type="sldNum" sz="quarter" idx="12"/>
          </p:nvPr>
        </p:nvSpPr>
        <p:spPr/>
        <p:txBody>
          <a:bodyPr/>
          <a:lstStyle>
            <a:lvl1pPr>
              <a:defRPr/>
            </a:lvl1pPr>
          </a:lstStyle>
          <a:p>
            <a:fld id="{89703266-18CB-410D-BCCE-E0AF1EABB577}" type="slidenum">
              <a:rPr lang="en-US" altLang="en-US"/>
              <a:pPr/>
              <a:t>‹#›</a:t>
            </a:fld>
            <a:endParaRPr lang="en-US" altLang="en-US"/>
          </a:p>
        </p:txBody>
      </p:sp>
    </p:spTree>
    <p:extLst>
      <p:ext uri="{BB962C8B-B14F-4D97-AF65-F5344CB8AC3E}">
        <p14:creationId xmlns="" xmlns:p14="http://schemas.microsoft.com/office/powerpoint/2010/main" val="718874570"/>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1800" b="1" cap="none" baseline="0">
                <a:solidFill>
                  <a:schemeClr val="tx2"/>
                </a:solidFill>
                <a:effectLst/>
              </a:defRPr>
            </a:lvl1pPr>
            <a:lvl2pPr>
              <a:buNone/>
              <a:defRPr sz="1500" b="1"/>
            </a:lvl2pPr>
            <a:lvl3pPr>
              <a:buNone/>
              <a:defRPr sz="1350" b="1"/>
            </a:lvl3pPr>
            <a:lvl4pPr>
              <a:buNone/>
              <a:defRPr sz="1200" b="1"/>
            </a:lvl4pPr>
            <a:lvl5pPr>
              <a:buNone/>
              <a:defRPr sz="1200" b="1"/>
            </a:lvl5pPr>
          </a:lstStyle>
          <a:p>
            <a:pPr lvl="0"/>
            <a:r>
              <a:rPr lang="en-US" smtClean="0"/>
              <a:t>Click to edit Master text styles</a:t>
            </a:r>
          </a:p>
        </p:txBody>
      </p:sp>
      <p:sp>
        <p:nvSpPr>
          <p:cNvPr id="4" name="Text Placeholder 3"/>
          <p:cNvSpPr>
            <a:spLocks noGrp="1"/>
          </p:cNvSpPr>
          <p:nvPr>
            <p:ph type="body" sz="half" idx="3"/>
          </p:nvPr>
        </p:nvSpPr>
        <p:spPr>
          <a:xfrm>
            <a:off x="4645026" y="1859759"/>
            <a:ext cx="4041775" cy="654843"/>
          </a:xfrm>
        </p:spPr>
        <p:txBody>
          <a:bodyPr lIns="45720" tIns="0" rIns="45720" bIns="0" anchor="ctr"/>
          <a:lstStyle>
            <a:lvl1pPr marL="0" indent="0">
              <a:buNone/>
              <a:defRPr sz="1800" b="1" cap="none" baseline="0">
                <a:solidFill>
                  <a:schemeClr val="tx2"/>
                </a:solidFill>
                <a:effectLst/>
              </a:defRPr>
            </a:lvl1pPr>
            <a:lvl2pPr>
              <a:buNone/>
              <a:defRPr sz="1500" b="1"/>
            </a:lvl2pPr>
            <a:lvl3pPr>
              <a:buNone/>
              <a:defRPr sz="1350" b="1"/>
            </a:lvl3pPr>
            <a:lvl4pPr>
              <a:buNone/>
              <a:defRPr sz="1200" b="1"/>
            </a:lvl4pPr>
            <a:lvl5pPr>
              <a:buNone/>
              <a:defRPr sz="1200" b="1"/>
            </a:lvl5pPr>
          </a:lstStyle>
          <a:p>
            <a:pPr lvl="0"/>
            <a:r>
              <a:rPr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1650"/>
            </a:lvl1pPr>
            <a:lvl2pPr>
              <a:defRPr sz="1500"/>
            </a:lvl2pPr>
            <a:lvl3pPr>
              <a:defRPr sz="1350"/>
            </a:lvl3pPr>
            <a:lvl4pPr>
              <a:defRPr sz="12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6" y="2514600"/>
            <a:ext cx="4041775" cy="3845720"/>
          </a:xfrm>
        </p:spPr>
        <p:txBody>
          <a:bodyPr tIns="0"/>
          <a:lstStyle>
            <a:lvl1pPr>
              <a:defRPr sz="1650"/>
            </a:lvl1pPr>
            <a:lvl2pPr>
              <a:defRPr sz="1500"/>
            </a:lvl2pPr>
            <a:lvl3pPr>
              <a:defRPr sz="1350"/>
            </a:lvl3pPr>
            <a:lvl4pPr>
              <a:defRPr sz="12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9"/>
          <p:cNvSpPr>
            <a:spLocks noGrp="1"/>
          </p:cNvSpPr>
          <p:nvPr>
            <p:ph type="dt" sz="half" idx="10"/>
          </p:nvPr>
        </p:nvSpPr>
        <p:spPr/>
        <p:txBody>
          <a:bodyPr/>
          <a:lstStyle>
            <a:lvl1pPr>
              <a:defRPr/>
            </a:lvl1pPr>
          </a:lstStyle>
          <a:p>
            <a:pPr>
              <a:defRPr/>
            </a:pPr>
            <a:endParaRPr lang="en-US">
              <a:solidFill>
                <a:srgbClr val="04617B">
                  <a:shade val="90000"/>
                </a:srgbClr>
              </a:solidFill>
            </a:endParaRPr>
          </a:p>
        </p:txBody>
      </p:sp>
      <p:sp>
        <p:nvSpPr>
          <p:cNvPr id="8" name="Footer Placeholder 21"/>
          <p:cNvSpPr>
            <a:spLocks noGrp="1"/>
          </p:cNvSpPr>
          <p:nvPr>
            <p:ph type="ftr" sz="quarter" idx="11"/>
          </p:nvPr>
        </p:nvSpPr>
        <p:spPr/>
        <p:txBody>
          <a:bodyPr/>
          <a:lstStyle>
            <a:lvl1pPr>
              <a:defRPr/>
            </a:lvl1pPr>
          </a:lstStyle>
          <a:p>
            <a:pPr>
              <a:defRPr/>
            </a:pPr>
            <a:endParaRPr lang="en-US">
              <a:solidFill>
                <a:srgbClr val="04617B">
                  <a:shade val="90000"/>
                </a:srgbClr>
              </a:solidFill>
            </a:endParaRPr>
          </a:p>
        </p:txBody>
      </p:sp>
      <p:sp>
        <p:nvSpPr>
          <p:cNvPr id="9" name="Slide Number Placeholder 17"/>
          <p:cNvSpPr>
            <a:spLocks noGrp="1"/>
          </p:cNvSpPr>
          <p:nvPr>
            <p:ph type="sldNum" sz="quarter" idx="12"/>
          </p:nvPr>
        </p:nvSpPr>
        <p:spPr/>
        <p:txBody>
          <a:bodyPr/>
          <a:lstStyle>
            <a:lvl1pPr>
              <a:defRPr/>
            </a:lvl1pPr>
          </a:lstStyle>
          <a:p>
            <a:fld id="{6FCF30FA-BDF8-4434-BF21-BDBF701C66A9}" type="slidenum">
              <a:rPr lang="en-US" altLang="en-US"/>
              <a:pPr/>
              <a:t>‹#›</a:t>
            </a:fld>
            <a:endParaRPr lang="en-US" altLang="en-US"/>
          </a:p>
        </p:txBody>
      </p:sp>
    </p:spTree>
    <p:extLst>
      <p:ext uri="{BB962C8B-B14F-4D97-AF65-F5344CB8AC3E}">
        <p14:creationId xmlns="" xmlns:p14="http://schemas.microsoft.com/office/powerpoint/2010/main" val="212366146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375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endParaRPr lang="en-US">
              <a:solidFill>
                <a:srgbClr val="04617B">
                  <a:shade val="90000"/>
                </a:srgbClr>
              </a:solidFill>
            </a:endParaRPr>
          </a:p>
        </p:txBody>
      </p:sp>
      <p:sp>
        <p:nvSpPr>
          <p:cNvPr id="4" name="Footer Placeholder 21"/>
          <p:cNvSpPr>
            <a:spLocks noGrp="1"/>
          </p:cNvSpPr>
          <p:nvPr>
            <p:ph type="ftr" sz="quarter" idx="11"/>
          </p:nvPr>
        </p:nvSpPr>
        <p:spPr/>
        <p:txBody>
          <a:bodyPr/>
          <a:lstStyle>
            <a:lvl1pPr>
              <a:defRPr/>
            </a:lvl1pPr>
          </a:lstStyle>
          <a:p>
            <a:pPr>
              <a:defRPr/>
            </a:pPr>
            <a:endParaRPr lang="en-US">
              <a:solidFill>
                <a:srgbClr val="04617B">
                  <a:shade val="90000"/>
                </a:srgbClr>
              </a:solidFill>
            </a:endParaRPr>
          </a:p>
        </p:txBody>
      </p:sp>
      <p:sp>
        <p:nvSpPr>
          <p:cNvPr id="5" name="Slide Number Placeholder 17"/>
          <p:cNvSpPr>
            <a:spLocks noGrp="1"/>
          </p:cNvSpPr>
          <p:nvPr>
            <p:ph type="sldNum" sz="quarter" idx="12"/>
          </p:nvPr>
        </p:nvSpPr>
        <p:spPr/>
        <p:txBody>
          <a:bodyPr/>
          <a:lstStyle>
            <a:lvl1pPr>
              <a:defRPr/>
            </a:lvl1pPr>
          </a:lstStyle>
          <a:p>
            <a:fld id="{99E78C22-27D5-4AE7-BFC0-20C5EFCCF71A}" type="slidenum">
              <a:rPr lang="en-US" altLang="en-US"/>
              <a:pPr/>
              <a:t>‹#›</a:t>
            </a:fld>
            <a:endParaRPr lang="en-US" altLang="en-US"/>
          </a:p>
        </p:txBody>
      </p:sp>
    </p:spTree>
    <p:extLst>
      <p:ext uri="{BB962C8B-B14F-4D97-AF65-F5344CB8AC3E}">
        <p14:creationId xmlns="" xmlns:p14="http://schemas.microsoft.com/office/powerpoint/2010/main" val="1738328704"/>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a:solidFill>
                <a:srgbClr val="04617B">
                  <a:shade val="90000"/>
                </a:srgbClr>
              </a:solidFill>
            </a:endParaRPr>
          </a:p>
        </p:txBody>
      </p:sp>
      <p:sp>
        <p:nvSpPr>
          <p:cNvPr id="3" name="Footer Placeholder 21"/>
          <p:cNvSpPr>
            <a:spLocks noGrp="1"/>
          </p:cNvSpPr>
          <p:nvPr>
            <p:ph type="ftr" sz="quarter" idx="11"/>
          </p:nvPr>
        </p:nvSpPr>
        <p:spPr/>
        <p:txBody>
          <a:bodyPr/>
          <a:lstStyle>
            <a:lvl1pPr>
              <a:defRPr/>
            </a:lvl1pPr>
          </a:lstStyle>
          <a:p>
            <a:pPr>
              <a:defRPr/>
            </a:pPr>
            <a:endParaRPr lang="en-US">
              <a:solidFill>
                <a:srgbClr val="04617B">
                  <a:shade val="90000"/>
                </a:srgbClr>
              </a:solidFill>
            </a:endParaRPr>
          </a:p>
        </p:txBody>
      </p:sp>
      <p:sp>
        <p:nvSpPr>
          <p:cNvPr id="4" name="Slide Number Placeholder 17"/>
          <p:cNvSpPr>
            <a:spLocks noGrp="1"/>
          </p:cNvSpPr>
          <p:nvPr>
            <p:ph type="sldNum" sz="quarter" idx="12"/>
          </p:nvPr>
        </p:nvSpPr>
        <p:spPr/>
        <p:txBody>
          <a:bodyPr/>
          <a:lstStyle>
            <a:lvl1pPr>
              <a:defRPr/>
            </a:lvl1pPr>
          </a:lstStyle>
          <a:p>
            <a:fld id="{74FC0D3B-BD65-498C-80E3-DDC013DA0EDB}" type="slidenum">
              <a:rPr lang="en-US" altLang="en-US"/>
              <a:pPr/>
              <a:t>‹#›</a:t>
            </a:fld>
            <a:endParaRPr lang="en-US" altLang="en-US"/>
          </a:p>
        </p:txBody>
      </p:sp>
    </p:spTree>
    <p:extLst>
      <p:ext uri="{BB962C8B-B14F-4D97-AF65-F5344CB8AC3E}">
        <p14:creationId xmlns="" xmlns:p14="http://schemas.microsoft.com/office/powerpoint/2010/main" val="300523705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195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050"/>
            </a:lvl1pPr>
            <a:lvl2pPr indent="0" algn="l">
              <a:buNone/>
              <a:defRPr sz="900"/>
            </a:lvl2pPr>
            <a:lvl3pPr indent="0" algn="l">
              <a:buNone/>
              <a:defRPr sz="750"/>
            </a:lvl3pPr>
            <a:lvl4pPr indent="0" algn="l">
              <a:buNone/>
              <a:defRPr sz="675"/>
            </a:lvl4pPr>
            <a:lvl5pPr indent="0" algn="l">
              <a:buNone/>
              <a:defRPr sz="675"/>
            </a:lvl5pPr>
          </a:lstStyle>
          <a:p>
            <a:pPr lvl="0"/>
            <a:r>
              <a:rPr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100"/>
            </a:lvl1pPr>
            <a:lvl2pPr>
              <a:defRPr sz="1950"/>
            </a:lvl2pPr>
            <a:lvl3pPr>
              <a:defRPr sz="1800"/>
            </a:lvl3pPr>
            <a:lvl4pPr>
              <a:defRPr sz="1500"/>
            </a:lvl4pPr>
            <a:lvl5pPr>
              <a:defRPr sz="135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endParaRPr lang="en-US">
              <a:solidFill>
                <a:srgbClr val="04617B">
                  <a:shade val="90000"/>
                </a:srgbClr>
              </a:solidFill>
            </a:endParaRPr>
          </a:p>
        </p:txBody>
      </p:sp>
      <p:sp>
        <p:nvSpPr>
          <p:cNvPr id="6" name="Footer Placeholder 21"/>
          <p:cNvSpPr>
            <a:spLocks noGrp="1"/>
          </p:cNvSpPr>
          <p:nvPr>
            <p:ph type="ftr" sz="quarter" idx="11"/>
          </p:nvPr>
        </p:nvSpPr>
        <p:spPr/>
        <p:txBody>
          <a:bodyPr/>
          <a:lstStyle>
            <a:lvl1pPr>
              <a:defRPr/>
            </a:lvl1pPr>
          </a:lstStyle>
          <a:p>
            <a:pPr>
              <a:defRPr/>
            </a:pPr>
            <a:endParaRPr lang="en-US">
              <a:solidFill>
                <a:srgbClr val="04617B">
                  <a:shade val="90000"/>
                </a:srgbClr>
              </a:solidFill>
            </a:endParaRPr>
          </a:p>
        </p:txBody>
      </p:sp>
      <p:sp>
        <p:nvSpPr>
          <p:cNvPr id="7" name="Slide Number Placeholder 17"/>
          <p:cNvSpPr>
            <a:spLocks noGrp="1"/>
          </p:cNvSpPr>
          <p:nvPr>
            <p:ph type="sldNum" sz="quarter" idx="12"/>
          </p:nvPr>
        </p:nvSpPr>
        <p:spPr/>
        <p:txBody>
          <a:bodyPr/>
          <a:lstStyle>
            <a:lvl1pPr>
              <a:defRPr/>
            </a:lvl1pPr>
          </a:lstStyle>
          <a:p>
            <a:fld id="{EDF60FEC-3290-47A3-8CF6-51673AD2BC27}" type="slidenum">
              <a:rPr lang="en-US" altLang="en-US"/>
              <a:pPr/>
              <a:t>‹#›</a:t>
            </a:fld>
            <a:endParaRPr lang="en-US" altLang="en-US"/>
          </a:p>
        </p:txBody>
      </p:sp>
    </p:spTree>
    <p:extLst>
      <p:ext uri="{BB962C8B-B14F-4D97-AF65-F5344CB8AC3E}">
        <p14:creationId xmlns="" xmlns:p14="http://schemas.microsoft.com/office/powerpoint/2010/main" val="4294869743"/>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800">
              <a:solidFill>
                <a:prstClr val="white"/>
              </a:solidFill>
            </a:endParaRPr>
          </a:p>
        </p:txBody>
      </p:sp>
      <p:sp>
        <p:nvSpPr>
          <p:cNvPr id="6" name="Right Triangle 5"/>
          <p:cNvSpPr/>
          <p:nvPr/>
        </p:nvSpPr>
        <p:spPr>
          <a:xfrm rot="420000" flipV="1">
            <a:off x="8004176" y="5359402"/>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800">
              <a:solidFill>
                <a:prstClr val="white"/>
              </a:solidFill>
            </a:endParaRPr>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base">
              <a:spcBef>
                <a:spcPct val="0"/>
              </a:spcBef>
              <a:spcAft>
                <a:spcPct val="0"/>
              </a:spcAft>
              <a:defRPr/>
            </a:pPr>
            <a:endParaRPr lang="en-US" sz="1800">
              <a:solidFill>
                <a:prstClr val="black"/>
              </a:solidFill>
            </a:endParaRPr>
          </a:p>
        </p:txBody>
      </p:sp>
      <p:sp>
        <p:nvSpPr>
          <p:cNvPr id="8" name="Freeform 7"/>
          <p:cNvSpPr>
            <a:spLocks/>
          </p:cNvSpPr>
          <p:nvPr/>
        </p:nvSpPr>
        <p:spPr bwMode="auto">
          <a:xfrm flipV="1">
            <a:off x="4381500" y="6219827"/>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base">
              <a:spcBef>
                <a:spcPct val="0"/>
              </a:spcBef>
              <a:spcAft>
                <a:spcPct val="0"/>
              </a:spcAft>
              <a:defRPr/>
            </a:pPr>
            <a:endParaRPr lang="en-US" sz="1800">
              <a:solidFill>
                <a:prstClr val="black"/>
              </a:solidFill>
            </a:endParaRPr>
          </a:p>
        </p:txBody>
      </p:sp>
      <p:sp>
        <p:nvSpPr>
          <p:cNvPr id="2" name="Title 1"/>
          <p:cNvSpPr>
            <a:spLocks noGrp="1"/>
          </p:cNvSpPr>
          <p:nvPr>
            <p:ph type="title"/>
          </p:nvPr>
        </p:nvSpPr>
        <p:spPr>
          <a:xfrm>
            <a:off x="609600" y="1176998"/>
            <a:ext cx="2212848" cy="1582621"/>
          </a:xfrm>
        </p:spPr>
        <p:txBody>
          <a:bodyPr lIns="45720" rIns="45720" bIns="45720"/>
          <a:lstStyle>
            <a:lvl1pPr algn="l">
              <a:buNone/>
              <a:defRPr sz="1500" b="1">
                <a:solidFill>
                  <a:schemeClr val="tx2"/>
                </a:solidFill>
              </a:defRPr>
            </a:lvl1pPr>
          </a:lstStyle>
          <a:p>
            <a:r>
              <a:rPr lang="en-US" smtClean="0"/>
              <a:t>Click to edit Master title style</a:t>
            </a:r>
            <a:endParaRPr lang="en-US"/>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188"/>
              </a:spcBef>
              <a:buFontTx/>
              <a:buNone/>
              <a:defRPr sz="975"/>
            </a:lvl1pPr>
            <a:lvl2pPr>
              <a:defRPr sz="900"/>
            </a:lvl2pPr>
            <a:lvl3pPr>
              <a:defRPr sz="750"/>
            </a:lvl3pPr>
            <a:lvl4pPr>
              <a:defRPr sz="675"/>
            </a:lvl4pPr>
            <a:lvl5pPr>
              <a:defRPr sz="675"/>
            </a:lvl5pPr>
          </a:lstStyle>
          <a:p>
            <a:pPr lvl="0"/>
            <a:r>
              <a:rPr lang="en-US" smtClean="0"/>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2400"/>
            </a:lvl1pPr>
          </a:lstStyle>
          <a:p>
            <a:pPr lvl="0"/>
            <a:r>
              <a:rPr lang="en-US" noProof="0" smtClean="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endParaRPr lang="en-US">
              <a:solidFill>
                <a:srgbClr val="04617B">
                  <a:shade val="90000"/>
                </a:srgbClr>
              </a:solidFill>
            </a:endParaRPr>
          </a:p>
        </p:txBody>
      </p:sp>
      <p:sp>
        <p:nvSpPr>
          <p:cNvPr id="10" name="Footer Placeholder 5"/>
          <p:cNvSpPr>
            <a:spLocks noGrp="1"/>
          </p:cNvSpPr>
          <p:nvPr>
            <p:ph type="ftr" sz="quarter" idx="11"/>
          </p:nvPr>
        </p:nvSpPr>
        <p:spPr/>
        <p:txBody>
          <a:bodyPr/>
          <a:lstStyle>
            <a:lvl1pPr>
              <a:defRPr/>
            </a:lvl1pPr>
          </a:lstStyle>
          <a:p>
            <a:pPr>
              <a:defRPr/>
            </a:pPr>
            <a:endParaRPr lang="en-US">
              <a:solidFill>
                <a:srgbClr val="04617B">
                  <a:shade val="90000"/>
                </a:srgbClr>
              </a:solidFill>
            </a:endParaRPr>
          </a:p>
        </p:txBody>
      </p:sp>
      <p:sp>
        <p:nvSpPr>
          <p:cNvPr id="11" name="Slide Number Placeholder 6"/>
          <p:cNvSpPr>
            <a:spLocks noGrp="1"/>
          </p:cNvSpPr>
          <p:nvPr>
            <p:ph type="sldNum" sz="quarter" idx="12"/>
          </p:nvPr>
        </p:nvSpPr>
        <p:spPr>
          <a:xfrm>
            <a:off x="8077200" y="6356352"/>
            <a:ext cx="609600" cy="365125"/>
          </a:xfrm>
        </p:spPr>
        <p:txBody>
          <a:bodyPr/>
          <a:lstStyle>
            <a:lvl1pPr>
              <a:defRPr/>
            </a:lvl1pPr>
          </a:lstStyle>
          <a:p>
            <a:fld id="{25C8ADB8-FF67-42B5-9889-7D8EC7283214}" type="slidenum">
              <a:rPr lang="en-US" altLang="en-US"/>
              <a:pPr/>
              <a:t>‹#›</a:t>
            </a:fld>
            <a:endParaRPr lang="en-US" altLang="en-US"/>
          </a:p>
        </p:txBody>
      </p:sp>
    </p:spTree>
    <p:extLst>
      <p:ext uri="{BB962C8B-B14F-4D97-AF65-F5344CB8AC3E}">
        <p14:creationId xmlns="" xmlns:p14="http://schemas.microsoft.com/office/powerpoint/2010/main" val="912529297"/>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solidFill>
                <a:srgbClr val="04617B">
                  <a:shade val="90000"/>
                </a:srgbClr>
              </a:solidFill>
            </a:endParaRPr>
          </a:p>
        </p:txBody>
      </p:sp>
      <p:sp>
        <p:nvSpPr>
          <p:cNvPr id="5" name="Footer Placeholder 21"/>
          <p:cNvSpPr>
            <a:spLocks noGrp="1"/>
          </p:cNvSpPr>
          <p:nvPr>
            <p:ph type="ftr" sz="quarter" idx="11"/>
          </p:nvPr>
        </p:nvSpPr>
        <p:spPr/>
        <p:txBody>
          <a:bodyPr/>
          <a:lstStyle>
            <a:lvl1pPr>
              <a:defRPr/>
            </a:lvl1pPr>
          </a:lstStyle>
          <a:p>
            <a:pPr>
              <a:defRPr/>
            </a:pPr>
            <a:endParaRPr lang="en-US">
              <a:solidFill>
                <a:srgbClr val="04617B">
                  <a:shade val="90000"/>
                </a:srgbClr>
              </a:solidFill>
            </a:endParaRPr>
          </a:p>
        </p:txBody>
      </p:sp>
      <p:sp>
        <p:nvSpPr>
          <p:cNvPr id="6" name="Slide Number Placeholder 17"/>
          <p:cNvSpPr>
            <a:spLocks noGrp="1"/>
          </p:cNvSpPr>
          <p:nvPr>
            <p:ph type="sldNum" sz="quarter" idx="12"/>
          </p:nvPr>
        </p:nvSpPr>
        <p:spPr/>
        <p:txBody>
          <a:bodyPr/>
          <a:lstStyle>
            <a:lvl1pPr>
              <a:defRPr/>
            </a:lvl1pPr>
          </a:lstStyle>
          <a:p>
            <a:fld id="{07202935-74AD-4084-BDF6-E598A1427A30}" type="slidenum">
              <a:rPr lang="en-US" altLang="en-US"/>
              <a:pPr/>
              <a:t>‹#›</a:t>
            </a:fld>
            <a:endParaRPr lang="en-US" altLang="en-US"/>
          </a:p>
        </p:txBody>
      </p:sp>
    </p:spTree>
    <p:extLst>
      <p:ext uri="{BB962C8B-B14F-4D97-AF65-F5344CB8AC3E}">
        <p14:creationId xmlns="" xmlns:p14="http://schemas.microsoft.com/office/powerpoint/2010/main" val="1692704160"/>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2"/>
            <a:ext cx="2057400" cy="52117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914402"/>
            <a:ext cx="6019800" cy="52117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solidFill>
                <a:srgbClr val="04617B">
                  <a:shade val="90000"/>
                </a:srgbClr>
              </a:solidFill>
            </a:endParaRPr>
          </a:p>
        </p:txBody>
      </p:sp>
      <p:sp>
        <p:nvSpPr>
          <p:cNvPr id="5" name="Footer Placeholder 21"/>
          <p:cNvSpPr>
            <a:spLocks noGrp="1"/>
          </p:cNvSpPr>
          <p:nvPr>
            <p:ph type="ftr" sz="quarter" idx="11"/>
          </p:nvPr>
        </p:nvSpPr>
        <p:spPr/>
        <p:txBody>
          <a:bodyPr/>
          <a:lstStyle>
            <a:lvl1pPr>
              <a:defRPr/>
            </a:lvl1pPr>
          </a:lstStyle>
          <a:p>
            <a:pPr>
              <a:defRPr/>
            </a:pPr>
            <a:endParaRPr lang="en-US">
              <a:solidFill>
                <a:srgbClr val="04617B">
                  <a:shade val="90000"/>
                </a:srgbClr>
              </a:solidFill>
            </a:endParaRPr>
          </a:p>
        </p:txBody>
      </p:sp>
      <p:sp>
        <p:nvSpPr>
          <p:cNvPr id="6" name="Slide Number Placeholder 17"/>
          <p:cNvSpPr>
            <a:spLocks noGrp="1"/>
          </p:cNvSpPr>
          <p:nvPr>
            <p:ph type="sldNum" sz="quarter" idx="12"/>
          </p:nvPr>
        </p:nvSpPr>
        <p:spPr/>
        <p:txBody>
          <a:bodyPr/>
          <a:lstStyle>
            <a:lvl1pPr>
              <a:defRPr/>
            </a:lvl1pPr>
          </a:lstStyle>
          <a:p>
            <a:fld id="{F70B6E20-6D98-48CC-A785-BA839686677B}" type="slidenum">
              <a:rPr lang="en-US" altLang="en-US"/>
              <a:pPr/>
              <a:t>‹#›</a:t>
            </a:fld>
            <a:endParaRPr lang="en-US" altLang="en-US"/>
          </a:p>
        </p:txBody>
      </p:sp>
    </p:spTree>
    <p:extLst>
      <p:ext uri="{BB962C8B-B14F-4D97-AF65-F5344CB8AC3E}">
        <p14:creationId xmlns="" xmlns:p14="http://schemas.microsoft.com/office/powerpoint/2010/main" val="4024903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9.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theme" Target="../theme/theme12.xml"/><Relationship Id="rId2" Type="http://schemas.openxmlformats.org/officeDocument/2006/relationships/slideLayout" Target="../slideLayouts/slideLayout123.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0.xml"/><Relationship Id="rId13" Type="http://schemas.openxmlformats.org/officeDocument/2006/relationships/audio" Target="../media/audio1.wav"/><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theme" Target="../theme/theme13.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51.xml"/><Relationship Id="rId13" Type="http://schemas.openxmlformats.org/officeDocument/2006/relationships/audio" Target="../media/audio2.wav"/><Relationship Id="rId3" Type="http://schemas.openxmlformats.org/officeDocument/2006/relationships/slideLayout" Target="../slideLayouts/slideLayout146.xml"/><Relationship Id="rId7" Type="http://schemas.openxmlformats.org/officeDocument/2006/relationships/slideLayout" Target="../slideLayouts/slideLayout150.xml"/><Relationship Id="rId12" Type="http://schemas.openxmlformats.org/officeDocument/2006/relationships/theme" Target="../theme/theme14.xml"/><Relationship Id="rId2" Type="http://schemas.openxmlformats.org/officeDocument/2006/relationships/slideLayout" Target="../slideLayouts/slideLayout145.xml"/><Relationship Id="rId1" Type="http://schemas.openxmlformats.org/officeDocument/2006/relationships/slideLayout" Target="../slideLayouts/slideLayout144.xml"/><Relationship Id="rId6" Type="http://schemas.openxmlformats.org/officeDocument/2006/relationships/slideLayout" Target="../slideLayouts/slideLayout149.xml"/><Relationship Id="rId11" Type="http://schemas.openxmlformats.org/officeDocument/2006/relationships/slideLayout" Target="../slideLayouts/slideLayout154.xml"/><Relationship Id="rId5" Type="http://schemas.openxmlformats.org/officeDocument/2006/relationships/slideLayout" Target="../slideLayouts/slideLayout148.xml"/><Relationship Id="rId10" Type="http://schemas.openxmlformats.org/officeDocument/2006/relationships/slideLayout" Target="../slideLayouts/slideLayout153.xml"/><Relationship Id="rId4" Type="http://schemas.openxmlformats.org/officeDocument/2006/relationships/slideLayout" Target="../slideLayouts/slideLayout147.xml"/><Relationship Id="rId9" Type="http://schemas.openxmlformats.org/officeDocument/2006/relationships/slideLayout" Target="../slideLayouts/slideLayout152.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62.xml"/><Relationship Id="rId3" Type="http://schemas.openxmlformats.org/officeDocument/2006/relationships/slideLayout" Target="../slideLayouts/slideLayout157.xml"/><Relationship Id="rId7" Type="http://schemas.openxmlformats.org/officeDocument/2006/relationships/slideLayout" Target="../slideLayouts/slideLayout161.xml"/><Relationship Id="rId12" Type="http://schemas.openxmlformats.org/officeDocument/2006/relationships/theme" Target="../theme/theme15.xml"/><Relationship Id="rId2" Type="http://schemas.openxmlformats.org/officeDocument/2006/relationships/slideLayout" Target="../slideLayouts/slideLayout156.xml"/><Relationship Id="rId1" Type="http://schemas.openxmlformats.org/officeDocument/2006/relationships/slideLayout" Target="../slideLayouts/slideLayout155.xml"/><Relationship Id="rId6" Type="http://schemas.openxmlformats.org/officeDocument/2006/relationships/slideLayout" Target="../slideLayouts/slideLayout160.xml"/><Relationship Id="rId11" Type="http://schemas.openxmlformats.org/officeDocument/2006/relationships/slideLayout" Target="../slideLayouts/slideLayout165.xml"/><Relationship Id="rId5" Type="http://schemas.openxmlformats.org/officeDocument/2006/relationships/slideLayout" Target="../slideLayouts/slideLayout159.xml"/><Relationship Id="rId10" Type="http://schemas.openxmlformats.org/officeDocument/2006/relationships/slideLayout" Target="../slideLayouts/slideLayout164.xml"/><Relationship Id="rId4" Type="http://schemas.openxmlformats.org/officeDocument/2006/relationships/slideLayout" Target="../slideLayouts/slideLayout158.xml"/><Relationship Id="rId9" Type="http://schemas.openxmlformats.org/officeDocument/2006/relationships/slideLayout" Target="../slideLayouts/slideLayout163.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73.xml"/><Relationship Id="rId13" Type="http://schemas.openxmlformats.org/officeDocument/2006/relationships/image" Target="../media/image5.jpeg"/><Relationship Id="rId3" Type="http://schemas.openxmlformats.org/officeDocument/2006/relationships/slideLayout" Target="../slideLayouts/slideLayout168.xml"/><Relationship Id="rId7" Type="http://schemas.openxmlformats.org/officeDocument/2006/relationships/slideLayout" Target="../slideLayouts/slideLayout172.xml"/><Relationship Id="rId12" Type="http://schemas.openxmlformats.org/officeDocument/2006/relationships/theme" Target="../theme/theme16.xml"/><Relationship Id="rId2" Type="http://schemas.openxmlformats.org/officeDocument/2006/relationships/slideLayout" Target="../slideLayouts/slideLayout167.xml"/><Relationship Id="rId1" Type="http://schemas.openxmlformats.org/officeDocument/2006/relationships/slideLayout" Target="../slideLayouts/slideLayout166.xml"/><Relationship Id="rId6" Type="http://schemas.openxmlformats.org/officeDocument/2006/relationships/slideLayout" Target="../slideLayouts/slideLayout171.xml"/><Relationship Id="rId11" Type="http://schemas.openxmlformats.org/officeDocument/2006/relationships/slideLayout" Target="../slideLayouts/slideLayout176.xml"/><Relationship Id="rId5" Type="http://schemas.openxmlformats.org/officeDocument/2006/relationships/slideLayout" Target="../slideLayouts/slideLayout170.xml"/><Relationship Id="rId10" Type="http://schemas.openxmlformats.org/officeDocument/2006/relationships/slideLayout" Target="../slideLayouts/slideLayout175.xml"/><Relationship Id="rId4" Type="http://schemas.openxmlformats.org/officeDocument/2006/relationships/slideLayout" Target="../slideLayouts/slideLayout169.xml"/><Relationship Id="rId9" Type="http://schemas.openxmlformats.org/officeDocument/2006/relationships/slideLayout" Target="../slideLayouts/slideLayout17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675714-EBEA-45B2-A073-A14E657BABE3}" type="datetimeFigureOut">
              <a:rPr lang="en-US" smtClean="0"/>
              <a:pPr/>
              <a:t>7/12/2022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D9A889-9A25-43DE-8D47-27918B8FE9A1}" type="slidenum">
              <a:rPr lang="en-US" smtClean="0"/>
              <a:pPr/>
              <a:t>‹#›</a:t>
            </a:fld>
            <a:endParaRPr lang="en-US"/>
          </a:p>
        </p:txBody>
      </p:sp>
    </p:spTree>
    <p:extLst>
      <p:ext uri="{BB962C8B-B14F-4D97-AF65-F5344CB8AC3E}">
        <p14:creationId xmlns="" xmlns:p14="http://schemas.microsoft.com/office/powerpoint/2010/main" val="21186886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solidFill>
                <a:srgbClr val="4E5B6F"/>
              </a:solidFill>
            </a:endParaRP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351298388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cover/>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solidFill>
                <a:srgbClr val="4E5B6F"/>
              </a:solidFill>
            </a:endParaRP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253042504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p:cover/>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solidFill>
                <a:srgbClr val="4E5B6F"/>
              </a:solidFill>
            </a:endParaRP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448512137"/>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ransition>
    <p:cover/>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solidFill>
                <a:srgbClr val="4E5B6F"/>
              </a:solidFill>
            </a:endParaRP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122425766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p:cover/>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solidFill>
                <a:srgbClr val="4E5B6F"/>
              </a:solidFill>
            </a:endParaRP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895912452"/>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p:cover/>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solidFill>
                <a:srgbClr val="4E5B6F"/>
              </a:solidFill>
            </a:endParaRP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193766486"/>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ransition>
    <p:cover/>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solidFill>
                <a:srgbClr val="4E5B6F"/>
              </a:solidFill>
            </a:endParaRP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3082709982"/>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ransition>
    <p:cover/>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solidFill>
                <a:srgbClr val="4E5B6F"/>
              </a:solidFill>
            </a:endParaRP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2561444989"/>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ransition>
    <p:cover/>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solidFill>
                <a:srgbClr val="4E5B6F"/>
              </a:solidFill>
            </a:endParaRP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737343527"/>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p:cover/>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848F51FB-F9FC-4CDB-8176-F3AB6CEF69B2}" type="datetimeFigureOut">
              <a:rPr lang="en-US" smtClean="0">
                <a:solidFill>
                  <a:srgbClr val="4E5B6F"/>
                </a:solidFill>
              </a:rPr>
              <a:pPr/>
              <a:t>7/12/2022</a:t>
            </a:fld>
            <a:endParaRPr lang="en-US">
              <a:solidFill>
                <a:srgbClr val="4E5B6F"/>
              </a:solidFill>
            </a:endParaRP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solidFill>
                <a:srgbClr val="4E5B6F"/>
              </a:solidFill>
            </a:endParaRP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2316438187"/>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ransition>
    <p:cover/>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848F51FB-F9FC-4CDB-8176-F3AB6CEF69B2}" type="datetimeFigureOut">
              <a:rPr lang="en-US" smtClean="0"/>
              <a:pPr/>
              <a:t>7/12/2022</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16AA645C-BDC5-4D0A-B00F-BD8F162A46FD}" type="slidenum">
              <a:rPr lang="en-US" smtClean="0"/>
              <a:pPr/>
              <a:t>‹#›</a:t>
            </a:fld>
            <a:endParaRPr lang="en-US"/>
          </a:p>
        </p:txBody>
      </p:sp>
    </p:spTree>
    <p:extLst>
      <p:ext uri="{BB962C8B-B14F-4D97-AF65-F5344CB8AC3E}">
        <p14:creationId xmlns="" xmlns:p14="http://schemas.microsoft.com/office/powerpoint/2010/main" val="3010593694"/>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ransition>
    <p:cover/>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Rectangle 7"/>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Rectangle 8"/>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Rectangle 9"/>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ectangle 10"/>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309558" y="680477"/>
            <a:ext cx="4572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5" name="Rectangle 14"/>
          <p:cNvSpPr/>
          <p:nvPr/>
        </p:nvSpPr>
        <p:spPr>
          <a:xfrm>
            <a:off x="269073" y="680477"/>
            <a:ext cx="2743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6" name="Rectangle 15"/>
          <p:cNvSpPr/>
          <p:nvPr/>
        </p:nvSpPr>
        <p:spPr>
          <a:xfrm>
            <a:off x="250020"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7" name="Rectangle 16"/>
          <p:cNvSpPr/>
          <p:nvPr/>
        </p:nvSpPr>
        <p:spPr>
          <a:xfrm>
            <a:off x="221768"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Title Placeholder 21"/>
          <p:cNvSpPr>
            <a:spLocks noGrp="1"/>
          </p:cNvSpPr>
          <p:nvPr>
            <p:ph type="title"/>
          </p:nvPr>
        </p:nvSpPr>
        <p:spPr>
          <a:xfrm>
            <a:off x="914400" y="512064"/>
            <a:ext cx="7772400" cy="914400"/>
          </a:xfrm>
          <a:prstGeom prst="rect">
            <a:avLst/>
          </a:prstGeom>
        </p:spPr>
        <p:txBody>
          <a:bodyPr vert="horz" anchor="t">
            <a:noAutofit/>
          </a:bodyPr>
          <a:lstStyle>
            <a:extLst/>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783560"/>
            <a:ext cx="7772400" cy="457200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77000" y="6416675"/>
            <a:ext cx="2133600" cy="365125"/>
          </a:xfrm>
          <a:prstGeom prst="rect">
            <a:avLst/>
          </a:prstGeom>
        </p:spPr>
        <p:txBody>
          <a:bodyPr vert="horz" anchor="b"/>
          <a:lstStyle>
            <a:lvl1pPr algn="l" eaLnBrk="1" latinLnBrk="0" hangingPunct="1">
              <a:defRPr kumimoji="0" sz="1100">
                <a:solidFill>
                  <a:schemeClr val="tx2"/>
                </a:solidFill>
              </a:defRPr>
            </a:lvl1pPr>
            <a:extLst/>
          </a:lstStyle>
          <a:p>
            <a:r>
              <a:rPr lang="en-US" smtClean="0"/>
              <a:t>September, 2005</a:t>
            </a:r>
            <a:endParaRPr lang="en-US"/>
          </a:p>
        </p:txBody>
      </p:sp>
      <p:sp>
        <p:nvSpPr>
          <p:cNvPr id="3" name="Footer Placeholder 2"/>
          <p:cNvSpPr>
            <a:spLocks noGrp="1"/>
          </p:cNvSpPr>
          <p:nvPr>
            <p:ph type="ftr" sz="quarter" idx="3"/>
          </p:nvPr>
        </p:nvSpPr>
        <p:spPr>
          <a:xfrm>
            <a:off x="914400" y="6416675"/>
            <a:ext cx="5562600" cy="365125"/>
          </a:xfrm>
          <a:prstGeom prst="rect">
            <a:avLst/>
          </a:prstGeom>
        </p:spPr>
        <p:txBody>
          <a:bodyPr vert="horz" anchor="b"/>
          <a:lstStyle>
            <a:lvl1pPr algn="r" eaLnBrk="1" latinLnBrk="0" hangingPunct="1">
              <a:defRPr kumimoji="0" sz="1100">
                <a:solidFill>
                  <a:schemeClr val="tx2"/>
                </a:solidFill>
              </a:defRPr>
            </a:lvl1pPr>
            <a:extLst/>
          </a:lstStyle>
          <a:p>
            <a:r>
              <a:rPr lang="en-US" smtClean="0"/>
              <a:t>E. W.G</a:t>
            </a:r>
            <a:endParaRPr lang="en-US"/>
          </a:p>
        </p:txBody>
      </p:sp>
      <p:sp>
        <p:nvSpPr>
          <p:cNvPr id="23" name="Slide Number Placeholder 22"/>
          <p:cNvSpPr>
            <a:spLocks noGrp="1"/>
          </p:cNvSpPr>
          <p:nvPr>
            <p:ph type="sldNum" sz="quarter" idx="4"/>
          </p:nvPr>
        </p:nvSpPr>
        <p:spPr>
          <a:xfrm>
            <a:off x="8610600" y="6416675"/>
            <a:ext cx="457200" cy="365125"/>
          </a:xfrm>
          <a:prstGeom prst="rect">
            <a:avLst/>
          </a:prstGeom>
        </p:spPr>
        <p:txBody>
          <a:bodyPr vert="horz" anchor="b"/>
          <a:lstStyle>
            <a:lvl1pPr algn="l" eaLnBrk="1" latinLnBrk="0" hangingPunct="1">
              <a:defRPr kumimoji="0" sz="1200">
                <a:solidFill>
                  <a:schemeClr val="tx2"/>
                </a:solidFill>
              </a:defRPr>
            </a:lvl1pPr>
            <a:extLst/>
          </a:lstStyle>
          <a:p>
            <a:fld id="{AD11457B-7433-42AD-BA61-05DF5B53CDC1}"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ransition spd="slow">
    <p:newsflash/>
    <p:sndAc>
      <p:stSnd>
        <p:snd r:embed="rId13" name="chimes.wav" builtIn="1"/>
      </p:stSnd>
    </p:sndAc>
  </p:transition>
  <p:timing>
    <p:tnLst>
      <p:par>
        <p:cTn id="1" dur="indefinite" restart="never" nodeType="tmRoot"/>
      </p:par>
    </p:tnLst>
  </p:timing>
  <p:hf hdr="0"/>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a:extLst/>
    </p:titleStyle>
    <p:bodyStyle>
      <a:lvl1pPr marL="411480" indent="-342900" algn="l" rtl="0" eaLnBrk="1" latinLnBrk="0" hangingPunct="1">
        <a:spcBef>
          <a:spcPts val="700"/>
        </a:spcBef>
        <a:buClr>
          <a:schemeClr val="tx2"/>
        </a:buClr>
        <a:buSzPct val="95000"/>
        <a:buFont typeface="Wingdings"/>
        <a:buChar char=""/>
        <a:defRPr kumimoji="0" sz="3000" kern="1200">
          <a:solidFill>
            <a:schemeClr val="tx1"/>
          </a:solidFill>
          <a:latin typeface="+mn-lt"/>
          <a:ea typeface="+mn-ea"/>
          <a:cs typeface="+mn-cs"/>
        </a:defRPr>
      </a:lvl1pPr>
      <a:lvl2pPr marL="740664" indent="-285750" algn="l" rtl="0" eaLnBrk="1" latinLnBrk="0" hangingPunct="1">
        <a:spcBef>
          <a:spcPct val="20000"/>
        </a:spcBef>
        <a:buClr>
          <a:schemeClr val="accent2"/>
        </a:buClr>
        <a:buSzPct val="90000"/>
        <a:buFont typeface="Wingdings"/>
        <a:buChar char=""/>
        <a:defRPr kumimoji="0" sz="2600" kern="1200">
          <a:solidFill>
            <a:schemeClr val="tx1"/>
          </a:solidFill>
          <a:latin typeface="+mn-lt"/>
          <a:ea typeface="+mn-ea"/>
          <a:cs typeface="+mn-cs"/>
        </a:defRPr>
      </a:lvl2pPr>
      <a:lvl3pPr marL="996696"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872"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328" indent="-210312"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793289" y="4372168"/>
            <a:ext cx="6512511" cy="1143000"/>
          </a:xfrm>
          <a:prstGeom prst="rect">
            <a:avLst/>
          </a:prstGeom>
          <a:effectLst/>
        </p:spPr>
        <p:txBody>
          <a:bodyPr vert="horz" lIns="91440" tIns="45720" rIns="91440" bIns="45720" rtlCol="0" anchor="t" anchorCtr="0">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43000" y="732260"/>
            <a:ext cx="6400800" cy="347472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r>
              <a:rPr lang="en-US" smtClean="0"/>
              <a:t>December, 2008</a:t>
            </a:r>
            <a:endParaRPr lang="en-US"/>
          </a:p>
        </p:txBody>
      </p:sp>
      <p:sp>
        <p:nvSpPr>
          <p:cNvPr id="5" name="Footer Placeholder 4"/>
          <p:cNvSpPr>
            <a:spLocks noGrp="1"/>
          </p:cNvSpPr>
          <p:nvPr>
            <p:ph type="ftr" sz="quarter" idx="3"/>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r>
              <a:rPr lang="en-US" smtClean="0"/>
              <a:t>E. W/G</a:t>
            </a:r>
            <a:endParaRPr lang="en-US"/>
          </a:p>
        </p:txBody>
      </p:sp>
      <p:sp>
        <p:nvSpPr>
          <p:cNvPr id="6" name="Slide Number Placeholder 5"/>
          <p:cNvSpPr>
            <a:spLocks noGrp="1"/>
          </p:cNvSpPr>
          <p:nvPr>
            <p:ph type="sldNum" sz="quarter" idx="4"/>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AD11457B-7433-42AD-BA61-05DF5B53CDC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ransition spd="slow">
    <p:cover dir="d"/>
    <p:sndAc>
      <p:stSnd>
        <p:snd r:embed="rId13" name="coin.wav"/>
      </p:stSnd>
    </p:sndAc>
  </p:transition>
  <p:timing>
    <p:tnLst>
      <p:par>
        <p:cTn id="1" dur="indefinite" restart="never" nodeType="tmRoot"/>
      </p:par>
    </p:tnLst>
  </p:timing>
  <p:hf hdr="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Rectangle 7"/>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Rectangle 8"/>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Rectangle 9"/>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ectangle 10"/>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309558" y="680477"/>
            <a:ext cx="4572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5" name="Rectangle 14"/>
          <p:cNvSpPr/>
          <p:nvPr/>
        </p:nvSpPr>
        <p:spPr>
          <a:xfrm>
            <a:off x="269073" y="680477"/>
            <a:ext cx="2743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6" name="Rectangle 15"/>
          <p:cNvSpPr/>
          <p:nvPr/>
        </p:nvSpPr>
        <p:spPr>
          <a:xfrm>
            <a:off x="250020"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7" name="Rectangle 16"/>
          <p:cNvSpPr/>
          <p:nvPr/>
        </p:nvSpPr>
        <p:spPr>
          <a:xfrm>
            <a:off x="221768"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Title Placeholder 21"/>
          <p:cNvSpPr>
            <a:spLocks noGrp="1"/>
          </p:cNvSpPr>
          <p:nvPr>
            <p:ph type="title"/>
          </p:nvPr>
        </p:nvSpPr>
        <p:spPr>
          <a:xfrm>
            <a:off x="914400" y="512064"/>
            <a:ext cx="7772400" cy="914400"/>
          </a:xfrm>
          <a:prstGeom prst="rect">
            <a:avLst/>
          </a:prstGeom>
        </p:spPr>
        <p:txBody>
          <a:bodyPr vert="horz" anchor="t">
            <a:noAutofit/>
          </a:bodyPr>
          <a:lstStyle>
            <a:extLst/>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783560"/>
            <a:ext cx="7772400" cy="457200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77000" y="6416675"/>
            <a:ext cx="2133600" cy="365125"/>
          </a:xfrm>
          <a:prstGeom prst="rect">
            <a:avLst/>
          </a:prstGeom>
        </p:spPr>
        <p:txBody>
          <a:bodyPr vert="horz" anchor="b"/>
          <a:lstStyle>
            <a:lvl1pPr algn="l" eaLnBrk="1" latinLnBrk="0" hangingPunct="1">
              <a:defRPr kumimoji="0" sz="1100">
                <a:solidFill>
                  <a:schemeClr val="tx2"/>
                </a:solidFill>
              </a:defRPr>
            </a:lvl1pPr>
            <a:extLst/>
          </a:lstStyle>
          <a:p>
            <a:r>
              <a:rPr lang="en-US" smtClean="0"/>
              <a:t>December, 2008</a:t>
            </a:r>
            <a:endParaRPr lang="en-US"/>
          </a:p>
        </p:txBody>
      </p:sp>
      <p:sp>
        <p:nvSpPr>
          <p:cNvPr id="3" name="Footer Placeholder 2"/>
          <p:cNvSpPr>
            <a:spLocks noGrp="1"/>
          </p:cNvSpPr>
          <p:nvPr>
            <p:ph type="ftr" sz="quarter" idx="3"/>
          </p:nvPr>
        </p:nvSpPr>
        <p:spPr>
          <a:xfrm>
            <a:off x="914400" y="6416675"/>
            <a:ext cx="5562600" cy="365125"/>
          </a:xfrm>
          <a:prstGeom prst="rect">
            <a:avLst/>
          </a:prstGeom>
        </p:spPr>
        <p:txBody>
          <a:bodyPr vert="horz" anchor="b"/>
          <a:lstStyle>
            <a:lvl1pPr algn="r" eaLnBrk="1" latinLnBrk="0" hangingPunct="1">
              <a:defRPr kumimoji="0" sz="1100">
                <a:solidFill>
                  <a:schemeClr val="tx2"/>
                </a:solidFill>
              </a:defRPr>
            </a:lvl1pPr>
            <a:extLst/>
          </a:lstStyle>
          <a:p>
            <a:r>
              <a:rPr lang="en-US" smtClean="0"/>
              <a:t>E. W/G</a:t>
            </a:r>
            <a:endParaRPr lang="en-US"/>
          </a:p>
        </p:txBody>
      </p:sp>
      <p:sp>
        <p:nvSpPr>
          <p:cNvPr id="23" name="Slide Number Placeholder 22"/>
          <p:cNvSpPr>
            <a:spLocks noGrp="1"/>
          </p:cNvSpPr>
          <p:nvPr>
            <p:ph type="sldNum" sz="quarter" idx="4"/>
          </p:nvPr>
        </p:nvSpPr>
        <p:spPr>
          <a:xfrm>
            <a:off x="8610600" y="6416675"/>
            <a:ext cx="457200" cy="365125"/>
          </a:xfrm>
          <a:prstGeom prst="rect">
            <a:avLst/>
          </a:prstGeom>
        </p:spPr>
        <p:txBody>
          <a:bodyPr vert="horz" anchor="b"/>
          <a:lstStyle>
            <a:lvl1pPr algn="l" eaLnBrk="1" latinLnBrk="0" hangingPunct="1">
              <a:defRPr kumimoji="0" sz="1200">
                <a:solidFill>
                  <a:schemeClr val="tx2"/>
                </a:solidFill>
              </a:defRPr>
            </a:lvl1pPr>
            <a:extLst/>
          </a:lstStyle>
          <a:p>
            <a:fld id="{AD11457B-7433-42AD-BA61-05DF5B53CDC1}"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ransition>
    <p:wipe dir="r"/>
  </p:transition>
  <p:timing>
    <p:tnLst>
      <p:par>
        <p:cTn id="1" dur="indefinite" restart="never" nodeType="tmRoot"/>
      </p:par>
    </p:tnLst>
  </p:timing>
  <p:hf hdr="0"/>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a:extLst/>
    </p:titleStyle>
    <p:bodyStyle>
      <a:lvl1pPr marL="411480" indent="-342900" algn="l" rtl="0" eaLnBrk="1" latinLnBrk="0" hangingPunct="1">
        <a:spcBef>
          <a:spcPts val="700"/>
        </a:spcBef>
        <a:buClr>
          <a:schemeClr val="tx2"/>
        </a:buClr>
        <a:buSzPct val="95000"/>
        <a:buFont typeface="Wingdings"/>
        <a:buChar char=""/>
        <a:defRPr kumimoji="0" sz="3000" kern="1200">
          <a:solidFill>
            <a:schemeClr val="tx1"/>
          </a:solidFill>
          <a:latin typeface="+mn-lt"/>
          <a:ea typeface="+mn-ea"/>
          <a:cs typeface="+mn-cs"/>
        </a:defRPr>
      </a:lvl1pPr>
      <a:lvl2pPr marL="740664" indent="-285750" algn="l" rtl="0" eaLnBrk="1" latinLnBrk="0" hangingPunct="1">
        <a:spcBef>
          <a:spcPct val="20000"/>
        </a:spcBef>
        <a:buClr>
          <a:schemeClr val="accent2"/>
        </a:buClr>
        <a:buSzPct val="90000"/>
        <a:buFont typeface="Wingdings"/>
        <a:buChar char=""/>
        <a:defRPr kumimoji="0" sz="2600" kern="1200">
          <a:solidFill>
            <a:schemeClr val="tx1"/>
          </a:solidFill>
          <a:latin typeface="+mn-lt"/>
          <a:ea typeface="+mn-ea"/>
          <a:cs typeface="+mn-cs"/>
        </a:defRPr>
      </a:lvl2pPr>
      <a:lvl3pPr marL="996696"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872"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328" indent="-210312"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base">
              <a:spcBef>
                <a:spcPct val="0"/>
              </a:spcBef>
              <a:spcAft>
                <a:spcPct val="0"/>
              </a:spcAft>
              <a:defRPr/>
            </a:pPr>
            <a:endParaRPr lang="en-US" sz="1800">
              <a:solidFill>
                <a:prstClr val="black"/>
              </a:solidFill>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base">
              <a:spcBef>
                <a:spcPct val="0"/>
              </a:spcBef>
              <a:spcAft>
                <a:spcPct val="0"/>
              </a:spcAft>
              <a:defRPr/>
            </a:pPr>
            <a:endParaRPr lang="en-US" sz="1800">
              <a:solidFill>
                <a:prstClr val="black"/>
              </a:solidFill>
            </a:endParaRPr>
          </a:p>
        </p:txBody>
      </p:sp>
      <p:sp>
        <p:nvSpPr>
          <p:cNvPr id="1028" name="Title Placeholder 8"/>
          <p:cNvSpPr>
            <a:spLocks noGrp="1"/>
          </p:cNvSpPr>
          <p:nvPr>
            <p:ph type="title"/>
          </p:nvPr>
        </p:nvSpPr>
        <p:spPr bwMode="auto">
          <a:xfrm>
            <a:off x="457200" y="704850"/>
            <a:ext cx="82296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ltLang="en-US" smtClean="0"/>
              <a:t>Click to edit Master title style</a:t>
            </a:r>
          </a:p>
        </p:txBody>
      </p:sp>
      <p:sp>
        <p:nvSpPr>
          <p:cNvPr id="1029" name="Text Placeholder 29"/>
          <p:cNvSpPr>
            <a:spLocks noGrp="1"/>
          </p:cNvSpPr>
          <p:nvPr>
            <p:ph type="body" idx="1"/>
          </p:nvPr>
        </p:nvSpPr>
        <p:spPr bwMode="auto">
          <a:xfrm>
            <a:off x="457200" y="1935165"/>
            <a:ext cx="8229600" cy="4389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 name="Date Placeholder 9"/>
          <p:cNvSpPr>
            <a:spLocks noGrp="1"/>
          </p:cNvSpPr>
          <p:nvPr>
            <p:ph type="dt" sz="half" idx="2"/>
          </p:nvPr>
        </p:nvSpPr>
        <p:spPr>
          <a:xfrm>
            <a:off x="457200" y="6356352"/>
            <a:ext cx="2133600" cy="365125"/>
          </a:xfrm>
          <a:prstGeom prst="rect">
            <a:avLst/>
          </a:prstGeom>
        </p:spPr>
        <p:txBody>
          <a:bodyPr vert="horz" lIns="0" tIns="0" rIns="0" bIns="0" anchor="b"/>
          <a:lstStyle>
            <a:lvl1pPr algn="l" eaLnBrk="1" latinLnBrk="0" hangingPunct="1">
              <a:defRPr kumimoji="0" sz="900">
                <a:solidFill>
                  <a:schemeClr val="tx2">
                    <a:shade val="90000"/>
                  </a:schemeClr>
                </a:solidFill>
              </a:defRPr>
            </a:lvl1pPr>
          </a:lstStyle>
          <a:p>
            <a:pPr fontAlgn="base">
              <a:spcBef>
                <a:spcPct val="0"/>
              </a:spcBef>
              <a:spcAft>
                <a:spcPct val="0"/>
              </a:spcAft>
              <a:defRPr/>
            </a:pPr>
            <a:endParaRPr lang="en-US">
              <a:solidFill>
                <a:srgbClr val="04617B">
                  <a:shade val="90000"/>
                </a:srgbClr>
              </a:solidFill>
              <a:latin typeface="Times New Roman" panose="02020603050405020304" pitchFamily="18" charset="0"/>
            </a:endParaRPr>
          </a:p>
        </p:txBody>
      </p:sp>
      <p:sp>
        <p:nvSpPr>
          <p:cNvPr id="22" name="Footer Placeholder 21"/>
          <p:cNvSpPr>
            <a:spLocks noGrp="1"/>
          </p:cNvSpPr>
          <p:nvPr>
            <p:ph type="ftr" sz="quarter" idx="3"/>
          </p:nvPr>
        </p:nvSpPr>
        <p:spPr>
          <a:xfrm>
            <a:off x="2667000" y="6356352"/>
            <a:ext cx="3352800" cy="365125"/>
          </a:xfrm>
          <a:prstGeom prst="rect">
            <a:avLst/>
          </a:prstGeom>
        </p:spPr>
        <p:txBody>
          <a:bodyPr vert="horz" lIns="0" tIns="0" rIns="0" bIns="0" anchor="b"/>
          <a:lstStyle>
            <a:lvl1pPr algn="l" eaLnBrk="1" latinLnBrk="0" hangingPunct="1">
              <a:defRPr kumimoji="0" sz="900">
                <a:solidFill>
                  <a:schemeClr val="tx2">
                    <a:shade val="90000"/>
                  </a:schemeClr>
                </a:solidFill>
              </a:defRPr>
            </a:lvl1pPr>
          </a:lstStyle>
          <a:p>
            <a:pPr fontAlgn="base">
              <a:spcBef>
                <a:spcPct val="0"/>
              </a:spcBef>
              <a:spcAft>
                <a:spcPct val="0"/>
              </a:spcAft>
              <a:defRPr/>
            </a:pPr>
            <a:endParaRPr lang="en-US">
              <a:solidFill>
                <a:srgbClr val="04617B">
                  <a:shade val="90000"/>
                </a:srgbClr>
              </a:solidFill>
              <a:latin typeface="Times New Roman" panose="02020603050405020304" pitchFamily="18" charset="0"/>
            </a:endParaRPr>
          </a:p>
        </p:txBody>
      </p:sp>
      <p:sp>
        <p:nvSpPr>
          <p:cNvPr id="18" name="Slide Number Placeholder 17"/>
          <p:cNvSpPr>
            <a:spLocks noGrp="1"/>
          </p:cNvSpPr>
          <p:nvPr>
            <p:ph type="sldNum" sz="quarter" idx="4"/>
          </p:nvPr>
        </p:nvSpPr>
        <p:spPr>
          <a:xfrm>
            <a:off x="7924800" y="6356352"/>
            <a:ext cx="762000" cy="365125"/>
          </a:xfrm>
          <a:prstGeom prst="rect">
            <a:avLst/>
          </a:prstGeom>
        </p:spPr>
        <p:txBody>
          <a:bodyPr vert="horz" wrap="square" lIns="0" tIns="0" rIns="0" bIns="0" numCol="1" anchor="b" anchorCtr="0" compatLnSpc="1">
            <a:prstTxWarp prst="textNoShape">
              <a:avLst/>
            </a:prstTxWarp>
          </a:bodyPr>
          <a:lstStyle>
            <a:lvl1pPr algn="r">
              <a:defRPr sz="900">
                <a:solidFill>
                  <a:srgbClr val="045C75"/>
                </a:solidFill>
              </a:defRPr>
            </a:lvl1pPr>
          </a:lstStyle>
          <a:p>
            <a:pPr fontAlgn="base">
              <a:spcBef>
                <a:spcPct val="0"/>
              </a:spcBef>
              <a:spcAft>
                <a:spcPct val="0"/>
              </a:spcAft>
            </a:pPr>
            <a:fld id="{C5506696-8430-48BD-80A7-3D9AB9C395FE}" type="slidenum">
              <a:rPr lang="en-US" altLang="en-US">
                <a:latin typeface="Times New Roman" panose="02020603050405020304" pitchFamily="18" charset="0"/>
              </a:rPr>
              <a:pPr fontAlgn="base">
                <a:spcBef>
                  <a:spcPct val="0"/>
                </a:spcBef>
                <a:spcAft>
                  <a:spcPct val="0"/>
                </a:spcAft>
              </a:pPr>
              <a:t>‹#›</a:t>
            </a:fld>
            <a:endParaRPr lang="en-US" altLang="en-US">
              <a:latin typeface="Times New Roman" panose="02020603050405020304" pitchFamily="18" charset="0"/>
            </a:endParaRPr>
          </a:p>
        </p:txBody>
      </p:sp>
      <p:grpSp>
        <p:nvGrpSpPr>
          <p:cNvPr id="2" name="Group 1"/>
          <p:cNvGrpSpPr>
            <a:grpSpLocks/>
          </p:cNvGrpSpPr>
          <p:nvPr/>
        </p:nvGrpSpPr>
        <p:grpSpPr bwMode="auto">
          <a:xfrm>
            <a:off x="-19049"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fontAlgn="base">
                <a:spcBef>
                  <a:spcPct val="0"/>
                </a:spcBef>
                <a:spcAft>
                  <a:spcPct val="0"/>
                </a:spcAft>
                <a:defRPr/>
              </a:pPr>
              <a:endParaRPr lang="en-US" sz="1800">
                <a:solidFill>
                  <a:prstClr val="black"/>
                </a:solidFill>
                <a:latin typeface="Times New Roman" panose="02020603050405020304" pitchFamily="18" charset="0"/>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fontAlgn="base">
                <a:spcBef>
                  <a:spcPct val="0"/>
                </a:spcBef>
                <a:spcAft>
                  <a:spcPct val="0"/>
                </a:spcAft>
                <a:defRPr/>
              </a:pPr>
              <a:endParaRPr lang="en-US" sz="1800">
                <a:solidFill>
                  <a:prstClr val="black"/>
                </a:solidFill>
                <a:latin typeface="Times New Roman" panose="02020603050405020304" pitchFamily="18" charset="0"/>
              </a:endParaRPr>
            </a:p>
          </p:txBody>
        </p:sp>
      </p:grpSp>
    </p:spTree>
    <p:extLst>
      <p:ext uri="{BB962C8B-B14F-4D97-AF65-F5344CB8AC3E}">
        <p14:creationId xmlns="" xmlns:p14="http://schemas.microsoft.com/office/powerpoint/2010/main" val="2643846156"/>
      </p:ext>
    </p:extLst>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xStyles>
    <p:titleStyle>
      <a:lvl1pPr algn="l" rtl="0" fontAlgn="base">
        <a:spcBef>
          <a:spcPct val="0"/>
        </a:spcBef>
        <a:spcAft>
          <a:spcPct val="0"/>
        </a:spcAft>
        <a:defRPr sz="3750" kern="1200">
          <a:solidFill>
            <a:schemeClr val="tx2"/>
          </a:solidFill>
          <a:latin typeface="+mj-lt"/>
          <a:ea typeface="+mj-ea"/>
          <a:cs typeface="+mj-cs"/>
        </a:defRPr>
      </a:lvl1pPr>
      <a:lvl2pPr algn="l" rtl="0" fontAlgn="base">
        <a:spcBef>
          <a:spcPct val="0"/>
        </a:spcBef>
        <a:spcAft>
          <a:spcPct val="0"/>
        </a:spcAft>
        <a:defRPr sz="3750">
          <a:solidFill>
            <a:schemeClr val="tx2"/>
          </a:solidFill>
          <a:latin typeface="Calibri" panose="020F0502020204030204" pitchFamily="34" charset="0"/>
        </a:defRPr>
      </a:lvl2pPr>
      <a:lvl3pPr algn="l" rtl="0" fontAlgn="base">
        <a:spcBef>
          <a:spcPct val="0"/>
        </a:spcBef>
        <a:spcAft>
          <a:spcPct val="0"/>
        </a:spcAft>
        <a:defRPr sz="3750">
          <a:solidFill>
            <a:schemeClr val="tx2"/>
          </a:solidFill>
          <a:latin typeface="Calibri" panose="020F0502020204030204" pitchFamily="34" charset="0"/>
        </a:defRPr>
      </a:lvl3pPr>
      <a:lvl4pPr algn="l" rtl="0" fontAlgn="base">
        <a:spcBef>
          <a:spcPct val="0"/>
        </a:spcBef>
        <a:spcAft>
          <a:spcPct val="0"/>
        </a:spcAft>
        <a:defRPr sz="3750">
          <a:solidFill>
            <a:schemeClr val="tx2"/>
          </a:solidFill>
          <a:latin typeface="Calibri" panose="020F0502020204030204" pitchFamily="34" charset="0"/>
        </a:defRPr>
      </a:lvl4pPr>
      <a:lvl5pPr algn="l" rtl="0" fontAlgn="base">
        <a:spcBef>
          <a:spcPct val="0"/>
        </a:spcBef>
        <a:spcAft>
          <a:spcPct val="0"/>
        </a:spcAft>
        <a:defRPr sz="3750">
          <a:solidFill>
            <a:schemeClr val="tx2"/>
          </a:solidFill>
          <a:latin typeface="Calibri" panose="020F0502020204030204" pitchFamily="34" charset="0"/>
        </a:defRPr>
      </a:lvl5pPr>
      <a:lvl6pPr marL="342900" algn="l" rtl="0" fontAlgn="base">
        <a:spcBef>
          <a:spcPct val="0"/>
        </a:spcBef>
        <a:spcAft>
          <a:spcPct val="0"/>
        </a:spcAft>
        <a:defRPr sz="3750">
          <a:solidFill>
            <a:schemeClr val="tx2"/>
          </a:solidFill>
          <a:latin typeface="Calibri" panose="020F0502020204030204" pitchFamily="34" charset="0"/>
        </a:defRPr>
      </a:lvl6pPr>
      <a:lvl7pPr marL="685800" algn="l" rtl="0" fontAlgn="base">
        <a:spcBef>
          <a:spcPct val="0"/>
        </a:spcBef>
        <a:spcAft>
          <a:spcPct val="0"/>
        </a:spcAft>
        <a:defRPr sz="3750">
          <a:solidFill>
            <a:schemeClr val="tx2"/>
          </a:solidFill>
          <a:latin typeface="Calibri" panose="020F0502020204030204" pitchFamily="34" charset="0"/>
        </a:defRPr>
      </a:lvl7pPr>
      <a:lvl8pPr marL="1028700" algn="l" rtl="0" fontAlgn="base">
        <a:spcBef>
          <a:spcPct val="0"/>
        </a:spcBef>
        <a:spcAft>
          <a:spcPct val="0"/>
        </a:spcAft>
        <a:defRPr sz="3750">
          <a:solidFill>
            <a:schemeClr val="tx2"/>
          </a:solidFill>
          <a:latin typeface="Calibri" panose="020F0502020204030204" pitchFamily="34" charset="0"/>
        </a:defRPr>
      </a:lvl8pPr>
      <a:lvl9pPr marL="1371600" algn="l" rtl="0" fontAlgn="base">
        <a:spcBef>
          <a:spcPct val="0"/>
        </a:spcBef>
        <a:spcAft>
          <a:spcPct val="0"/>
        </a:spcAft>
        <a:defRPr sz="3750">
          <a:solidFill>
            <a:schemeClr val="tx2"/>
          </a:solidFill>
          <a:latin typeface="Calibri" panose="020F0502020204030204" pitchFamily="34" charset="0"/>
        </a:defRPr>
      </a:lvl9pPr>
    </p:titleStyle>
    <p:bodyStyle>
      <a:lvl1pPr marL="204788" indent="-204788" algn="l" rtl="0" fontAlgn="base">
        <a:spcBef>
          <a:spcPct val="20000"/>
        </a:spcBef>
        <a:spcAft>
          <a:spcPct val="0"/>
        </a:spcAft>
        <a:buClr>
          <a:srgbClr val="0BD0D9"/>
        </a:buClr>
        <a:buSzPct val="95000"/>
        <a:buFont typeface="Wingdings 2" panose="05020102010507070707" pitchFamily="18" charset="2"/>
        <a:buChar char=""/>
        <a:defRPr sz="1950" kern="1200">
          <a:solidFill>
            <a:schemeClr val="tx1"/>
          </a:solidFill>
          <a:latin typeface="+mn-lt"/>
          <a:ea typeface="+mn-ea"/>
          <a:cs typeface="+mn-cs"/>
        </a:defRPr>
      </a:lvl1pPr>
      <a:lvl2pPr marL="479822" indent="-184547" algn="l" rtl="0" fontAlgn="base">
        <a:spcBef>
          <a:spcPct val="20000"/>
        </a:spcBef>
        <a:spcAft>
          <a:spcPct val="0"/>
        </a:spcAft>
        <a:buClr>
          <a:schemeClr val="accent1"/>
        </a:buClr>
        <a:buSzPct val="85000"/>
        <a:buFont typeface="Wingdings 2" panose="05020102010507070707" pitchFamily="18" charset="2"/>
        <a:buChar char=""/>
        <a:defRPr sz="1800" kern="1200">
          <a:solidFill>
            <a:schemeClr val="tx1"/>
          </a:solidFill>
          <a:latin typeface="+mn-lt"/>
          <a:ea typeface="+mn-ea"/>
          <a:cs typeface="+mn-cs"/>
        </a:defRPr>
      </a:lvl2pPr>
      <a:lvl3pPr marL="685800" indent="-184547" algn="l" rtl="0" fontAlgn="base">
        <a:spcBef>
          <a:spcPct val="20000"/>
        </a:spcBef>
        <a:spcAft>
          <a:spcPct val="0"/>
        </a:spcAft>
        <a:buClr>
          <a:schemeClr val="accent2"/>
        </a:buClr>
        <a:buSzPct val="70000"/>
        <a:buFont typeface="Wingdings 2" panose="05020102010507070707" pitchFamily="18" charset="2"/>
        <a:buChar char=""/>
        <a:defRPr sz="1575" kern="1200">
          <a:solidFill>
            <a:schemeClr val="tx1"/>
          </a:solidFill>
          <a:latin typeface="+mn-lt"/>
          <a:ea typeface="+mn-ea"/>
          <a:cs typeface="+mn-cs"/>
        </a:defRPr>
      </a:lvl3pPr>
      <a:lvl4pPr marL="890588" indent="-157163" algn="l" rtl="0" fontAlgn="base">
        <a:spcBef>
          <a:spcPct val="20000"/>
        </a:spcBef>
        <a:spcAft>
          <a:spcPct val="0"/>
        </a:spcAft>
        <a:buClr>
          <a:srgbClr val="0BD0D9"/>
        </a:buClr>
        <a:buSzPct val="65000"/>
        <a:buFont typeface="Wingdings 2" panose="05020102010507070707" pitchFamily="18" charset="2"/>
        <a:buChar char=""/>
        <a:defRPr sz="1500" kern="1200">
          <a:solidFill>
            <a:schemeClr val="tx1"/>
          </a:solidFill>
          <a:latin typeface="+mn-lt"/>
          <a:ea typeface="+mn-ea"/>
          <a:cs typeface="+mn-cs"/>
        </a:defRPr>
      </a:lvl4pPr>
      <a:lvl5pPr marL="1096566" indent="-157163" algn="l" rtl="0" fontAlgn="base">
        <a:spcBef>
          <a:spcPct val="20000"/>
        </a:spcBef>
        <a:spcAft>
          <a:spcPct val="0"/>
        </a:spcAft>
        <a:buClr>
          <a:srgbClr val="10CF9B"/>
        </a:buClr>
        <a:buSzPct val="65000"/>
        <a:buFont typeface="Wingdings 2" panose="05020102010507070707" pitchFamily="18" charset="2"/>
        <a:buChar char=""/>
        <a:defRPr sz="1500" kern="1200">
          <a:solidFill>
            <a:schemeClr val="tx1"/>
          </a:solidFill>
          <a:latin typeface="+mn-lt"/>
          <a:ea typeface="+mn-ea"/>
          <a:cs typeface="+mn-cs"/>
        </a:defRPr>
      </a:lvl5pPr>
      <a:lvl6pPr marL="1303020" indent="-157734" algn="l" rtl="0" eaLnBrk="1" latinLnBrk="0" hangingPunct="1">
        <a:spcBef>
          <a:spcPct val="20000"/>
        </a:spcBef>
        <a:buClr>
          <a:schemeClr val="accent5"/>
        </a:buClr>
        <a:buSzPct val="80000"/>
        <a:buFont typeface="Wingdings 2"/>
        <a:buChar char=""/>
        <a:defRPr kumimoji="0" sz="1350" kern="1200">
          <a:solidFill>
            <a:schemeClr val="tx1"/>
          </a:solidFill>
          <a:latin typeface="+mn-lt"/>
          <a:ea typeface="+mn-ea"/>
          <a:cs typeface="+mn-cs"/>
        </a:defRPr>
      </a:lvl6pPr>
      <a:lvl7pPr marL="1440180" indent="-137160" algn="l" rtl="0" eaLnBrk="1" latinLnBrk="0" hangingPunct="1">
        <a:spcBef>
          <a:spcPct val="20000"/>
        </a:spcBef>
        <a:buClr>
          <a:schemeClr val="accent6"/>
        </a:buClr>
        <a:buSzPct val="80000"/>
        <a:buFont typeface="Wingdings 2"/>
        <a:buChar char=""/>
        <a:defRPr kumimoji="0" sz="1200" kern="1200" baseline="0">
          <a:solidFill>
            <a:schemeClr val="tx1"/>
          </a:solidFill>
          <a:latin typeface="+mn-lt"/>
          <a:ea typeface="+mn-ea"/>
          <a:cs typeface="+mn-cs"/>
        </a:defRPr>
      </a:lvl7pPr>
      <a:lvl8pPr marL="1645920" indent="-137160" algn="l" rtl="0" eaLnBrk="1" latinLnBrk="0" hangingPunct="1">
        <a:spcBef>
          <a:spcPct val="20000"/>
        </a:spcBef>
        <a:buClr>
          <a:schemeClr val="tx2"/>
        </a:buClr>
        <a:buChar char="•"/>
        <a:defRPr kumimoji="0" sz="1200" kern="1200">
          <a:solidFill>
            <a:schemeClr val="tx1"/>
          </a:solidFill>
          <a:latin typeface="+mn-lt"/>
          <a:ea typeface="+mn-ea"/>
          <a:cs typeface="+mn-cs"/>
        </a:defRPr>
      </a:lvl8pPr>
      <a:lvl9pPr marL="1851660" indent="-137160" algn="l" rtl="0" eaLnBrk="1" latinLnBrk="0" hangingPunct="1">
        <a:spcBef>
          <a:spcPct val="20000"/>
        </a:spcBef>
        <a:buClr>
          <a:schemeClr val="tx2"/>
        </a:buClr>
        <a:buFontTx/>
        <a:buChar char="•"/>
        <a:defRPr kumimoji="0" sz="105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2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2" Type="http://schemas.openxmlformats.org/officeDocument/2006/relationships/audio" Target="../media/audio1.wav"/><Relationship Id="rId1" Type="http://schemas.openxmlformats.org/officeDocument/2006/relationships/slideLayout" Target="../slideLayouts/slideLayout13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xml"/><Relationship Id="rId1" Type="http://schemas.openxmlformats.org/officeDocument/2006/relationships/slideLayout" Target="../slideLayouts/slideLayout145.xml"/></Relationships>
</file>

<file path=ppt/slides/_rels/slide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3.xml"/><Relationship Id="rId1" Type="http://schemas.openxmlformats.org/officeDocument/2006/relationships/slideLayout" Target="../slideLayouts/slideLayout145.xml"/></Relationships>
</file>

<file path=ppt/slides/_rels/slide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4.xml"/><Relationship Id="rId1" Type="http://schemas.openxmlformats.org/officeDocument/2006/relationships/slideLayout" Target="../slideLayouts/slideLayout14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2.xml"/></Relationships>
</file>

<file path=ppt/slides/_rels/slide31.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8.xml"/><Relationship Id="rId1" Type="http://schemas.openxmlformats.org/officeDocument/2006/relationships/slideLayout" Target="../slideLayouts/slideLayout14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67.xml"/><Relationship Id="rId6" Type="http://schemas.openxmlformats.org/officeDocument/2006/relationships/image" Target="../media/image8.jpeg"/><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2738" y="433754"/>
            <a:ext cx="5146431" cy="1195753"/>
          </a:xfrm>
          <a:solidFill>
            <a:schemeClr val="bg1"/>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a:noAutofit/>
          </a:bodyPr>
          <a:lstStyle/>
          <a:p>
            <a:pPr algn="ctr"/>
            <a:r>
              <a:rPr lang="en-US" sz="6600" b="1" dirty="0" smtClean="0">
                <a:solidFill>
                  <a:srgbClr val="7030A0"/>
                </a:solidFill>
              </a:rPr>
              <a:t>CHAPTER</a:t>
            </a:r>
            <a:r>
              <a:rPr lang="en-US" sz="6600" b="1" dirty="0" smtClean="0">
                <a:solidFill>
                  <a:schemeClr val="accent1">
                    <a:lumMod val="75000"/>
                  </a:schemeClr>
                </a:solidFill>
                <a:latin typeface="Century Gothic" pitchFamily="34" charset="0"/>
                <a:cs typeface="Complex" pitchFamily="2" charset="0"/>
              </a:rPr>
              <a:t> 7</a:t>
            </a:r>
            <a:endParaRPr lang="en-US" sz="6600" b="1" dirty="0">
              <a:solidFill>
                <a:schemeClr val="accent1">
                  <a:lumMod val="75000"/>
                </a:schemeClr>
              </a:solidFill>
              <a:latin typeface="Century Gothic" pitchFamily="34" charset="0"/>
              <a:cs typeface="Complex" pitchFamily="2" charset="0"/>
            </a:endParaRPr>
          </a:p>
        </p:txBody>
      </p:sp>
      <p:sp>
        <p:nvSpPr>
          <p:cNvPr id="3" name="Subtitle 2"/>
          <p:cNvSpPr>
            <a:spLocks noGrp="1"/>
          </p:cNvSpPr>
          <p:nvPr>
            <p:ph type="subTitle" idx="1"/>
          </p:nvPr>
        </p:nvSpPr>
        <p:spPr>
          <a:xfrm>
            <a:off x="164123" y="1652956"/>
            <a:ext cx="5298831" cy="3165229"/>
          </a:xfrm>
          <a:ln>
            <a:solidFill>
              <a:schemeClr val="bg1"/>
            </a:solidFill>
          </a:ln>
        </p:spPr>
        <p:style>
          <a:lnRef idx="2">
            <a:schemeClr val="dk1"/>
          </a:lnRef>
          <a:fillRef idx="1">
            <a:schemeClr val="lt1"/>
          </a:fillRef>
          <a:effectRef idx="0">
            <a:schemeClr val="dk1"/>
          </a:effectRef>
          <a:fontRef idx="minor">
            <a:schemeClr val="dk1"/>
          </a:fontRef>
        </p:style>
        <p:txBody>
          <a:bodyPr>
            <a:normAutofit/>
          </a:bodyPr>
          <a:lstStyle/>
          <a:p>
            <a:pPr algn="ctr"/>
            <a:r>
              <a:rPr lang="en-US" sz="4800" b="1" dirty="0">
                <a:solidFill>
                  <a:schemeClr val="accent2"/>
                </a:solidFill>
                <a:latin typeface="Century Gothic" pitchFamily="34" charset="0"/>
              </a:rPr>
              <a:t>PSYCHOLOGICAL DISORDERS AND TREATMENT TECHNIQUES</a:t>
            </a:r>
          </a:p>
        </p:txBody>
      </p:sp>
      <p:pic>
        <p:nvPicPr>
          <p:cNvPr id="4" name="Picture 3"/>
          <p:cNvPicPr>
            <a:picLocks noChangeAspect="1"/>
          </p:cNvPicPr>
          <p:nvPr/>
        </p:nvPicPr>
        <p:blipFill>
          <a:blip r:embed="rId3"/>
          <a:stretch>
            <a:fillRect/>
          </a:stretch>
        </p:blipFill>
        <p:spPr>
          <a:xfrm>
            <a:off x="5603631" y="152400"/>
            <a:ext cx="3377712" cy="3786554"/>
          </a:xfrm>
          <a:prstGeom prst="rect">
            <a:avLst/>
          </a:prstGeom>
        </p:spPr>
      </p:pic>
    </p:spTree>
    <p:extLst>
      <p:ext uri="{BB962C8B-B14F-4D97-AF65-F5344CB8AC3E}">
        <p14:creationId xmlns="" xmlns:p14="http://schemas.microsoft.com/office/powerpoint/2010/main" val="2011756129"/>
      </p:ext>
    </p:extLst>
  </p:cSld>
  <p:clrMapOvr>
    <a:masterClrMapping/>
  </p:clrMapOvr>
  <p:transition>
    <p:cove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12035"/>
            <a:ext cx="7620000" cy="889933"/>
          </a:xfrm>
        </p:spPr>
        <p:txBody>
          <a:bodyPr>
            <a:noAutofit/>
          </a:bodyPr>
          <a:lstStyle/>
          <a:p>
            <a:pPr marL="57150" lvl="2" indent="0" algn="ctr"/>
            <a:r>
              <a:rPr lang="en-US" sz="4800" b="1" dirty="0" smtClean="0">
                <a:solidFill>
                  <a:srgbClr val="00B0F0"/>
                </a:solidFill>
              </a:rPr>
              <a:t>CHAPTER OVERVIEW</a:t>
            </a:r>
          </a:p>
        </p:txBody>
      </p:sp>
      <p:sp>
        <p:nvSpPr>
          <p:cNvPr id="3" name="Content Placeholder 2"/>
          <p:cNvSpPr>
            <a:spLocks noGrp="1"/>
          </p:cNvSpPr>
          <p:nvPr>
            <p:ph idx="1"/>
          </p:nvPr>
        </p:nvSpPr>
        <p:spPr>
          <a:xfrm>
            <a:off x="533400" y="914400"/>
            <a:ext cx="8458200" cy="5540408"/>
          </a:xfrm>
        </p:spPr>
        <p:txBody>
          <a:bodyPr>
            <a:normAutofit/>
          </a:bodyPr>
          <a:lstStyle/>
          <a:p>
            <a:pPr marL="57150" lvl="2" indent="0">
              <a:buFont typeface="Wingdings" pitchFamily="2" charset="2"/>
              <a:buChar char="Ø"/>
            </a:pPr>
            <a:endParaRPr lang="en-US" dirty="0" smtClean="0"/>
          </a:p>
          <a:p>
            <a:pPr marL="57150" lvl="2" indent="0">
              <a:buFont typeface="Wingdings" pitchFamily="2" charset="2"/>
              <a:buChar char="Ø"/>
            </a:pPr>
            <a:endParaRPr lang="en-US" b="1" dirty="0" smtClean="0">
              <a:solidFill>
                <a:srgbClr val="00ADDC">
                  <a:lumMod val="40000"/>
                  <a:lumOff val="60000"/>
                </a:srgbClr>
              </a:solidFill>
            </a:endParaRPr>
          </a:p>
        </p:txBody>
      </p:sp>
      <p:sp>
        <p:nvSpPr>
          <p:cNvPr id="4" name="Date Placeholder 3"/>
          <p:cNvSpPr>
            <a:spLocks noGrp="1"/>
          </p:cNvSpPr>
          <p:nvPr>
            <p:ph type="dt" sz="half" idx="10"/>
          </p:nvPr>
        </p:nvSpPr>
        <p:spPr/>
        <p:txBody>
          <a:bodyPr/>
          <a:lstStyle/>
          <a:p>
            <a:r>
              <a:rPr lang="en-US" smtClean="0"/>
              <a:t>September, 2005</a:t>
            </a:r>
            <a:endParaRPr lang="en-US"/>
          </a:p>
        </p:txBody>
      </p:sp>
      <p:sp>
        <p:nvSpPr>
          <p:cNvPr id="5" name="Footer Placeholder 4"/>
          <p:cNvSpPr>
            <a:spLocks noGrp="1"/>
          </p:cNvSpPr>
          <p:nvPr>
            <p:ph type="ftr" sz="quarter" idx="11"/>
          </p:nvPr>
        </p:nvSpPr>
        <p:spPr/>
        <p:txBody>
          <a:bodyPr/>
          <a:lstStyle/>
          <a:p>
            <a:r>
              <a:rPr lang="en-US" smtClean="0"/>
              <a:t>E. W.G</a:t>
            </a:r>
            <a:endParaRPr lang="en-US"/>
          </a:p>
        </p:txBody>
      </p:sp>
      <p:sp>
        <p:nvSpPr>
          <p:cNvPr id="8" name="Slide Number Placeholder 7"/>
          <p:cNvSpPr>
            <a:spLocks noGrp="1"/>
          </p:cNvSpPr>
          <p:nvPr>
            <p:ph type="sldNum" sz="quarter" idx="12"/>
          </p:nvPr>
        </p:nvSpPr>
        <p:spPr/>
        <p:txBody>
          <a:bodyPr/>
          <a:lstStyle/>
          <a:p>
            <a:fld id="{AD11457B-7433-42AD-BA61-05DF5B53CDC1}" type="slidenum">
              <a:rPr lang="en-US" smtClean="0"/>
              <a:pPr/>
              <a:t>2</a:t>
            </a:fld>
            <a:endParaRPr lang="en-US"/>
          </a:p>
        </p:txBody>
      </p:sp>
      <p:graphicFrame>
        <p:nvGraphicFramePr>
          <p:cNvPr id="7" name="Diagram 6"/>
          <p:cNvGraphicFramePr/>
          <p:nvPr/>
        </p:nvGraphicFramePr>
        <p:xfrm>
          <a:off x="762000" y="990600"/>
          <a:ext cx="8001000" cy="571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newsflash/>
    <p:sndAc>
      <p:stSnd>
        <p:snd r:embed="rId2" name="chimes.wav" builtIn="1"/>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just"/>
            <a:r>
              <a:rPr lang="en-US" dirty="0" smtClean="0"/>
              <a:t>Three weeks ago, </a:t>
            </a:r>
            <a:r>
              <a:rPr lang="en-US" b="1" dirty="0" smtClean="0">
                <a:solidFill>
                  <a:srgbClr val="FFFF00"/>
                </a:solidFill>
              </a:rPr>
              <a:t>Mark</a:t>
            </a:r>
            <a:r>
              <a:rPr lang="en-US" dirty="0" smtClean="0"/>
              <a:t> returned to college after attending his sister’s </a:t>
            </a:r>
            <a:r>
              <a:rPr lang="en-US" b="1" dirty="0" smtClean="0">
                <a:solidFill>
                  <a:srgbClr val="FFFF00"/>
                </a:solidFill>
              </a:rPr>
              <a:t>funeral</a:t>
            </a:r>
            <a:r>
              <a:rPr lang="en-US" dirty="0" smtClean="0"/>
              <a:t>. She had been </a:t>
            </a:r>
            <a:r>
              <a:rPr lang="en-US" dirty="0" smtClean="0">
                <a:solidFill>
                  <a:srgbClr val="FFFF00"/>
                </a:solidFill>
              </a:rPr>
              <a:t>killed in a highway</a:t>
            </a:r>
            <a:r>
              <a:rPr lang="en-US" dirty="0" smtClean="0"/>
              <a:t> </a:t>
            </a:r>
            <a:r>
              <a:rPr lang="en-US" dirty="0" smtClean="0">
                <a:solidFill>
                  <a:srgbClr val="FFFF00"/>
                </a:solidFill>
              </a:rPr>
              <a:t>collision</a:t>
            </a:r>
            <a:r>
              <a:rPr lang="en-US" dirty="0" smtClean="0"/>
              <a:t>. </a:t>
            </a:r>
            <a:r>
              <a:rPr lang="en-US" dirty="0" smtClean="0">
                <a:solidFill>
                  <a:srgbClr val="FFFF00"/>
                </a:solidFill>
              </a:rPr>
              <a:t>Mark &amp; his sister</a:t>
            </a:r>
            <a:r>
              <a:rPr lang="en-US" dirty="0" smtClean="0"/>
              <a:t> had always been </a:t>
            </a:r>
            <a:r>
              <a:rPr lang="en-US" b="1" dirty="0" smtClean="0">
                <a:solidFill>
                  <a:srgbClr val="FFFF00"/>
                </a:solidFill>
              </a:rPr>
              <a:t>very close</a:t>
            </a:r>
            <a:r>
              <a:rPr lang="en-US" dirty="0" smtClean="0"/>
              <a:t>. Last night, something very strange happened. Alone in his dorm, Mark suddenly </a:t>
            </a:r>
            <a:r>
              <a:rPr lang="en-US" b="1" dirty="0" smtClean="0">
                <a:solidFill>
                  <a:srgbClr val="FFFF00"/>
                </a:solidFill>
              </a:rPr>
              <a:t>saw his dead sister</a:t>
            </a:r>
            <a:r>
              <a:rPr lang="en-US" dirty="0" smtClean="0"/>
              <a:t> and </a:t>
            </a:r>
            <a:r>
              <a:rPr lang="en-US" b="1" dirty="0" smtClean="0">
                <a:solidFill>
                  <a:srgbClr val="FFFF00"/>
                </a:solidFill>
              </a:rPr>
              <a:t>her speak </a:t>
            </a:r>
            <a:r>
              <a:rPr lang="en-US" dirty="0" smtClean="0"/>
              <a:t>to him.</a:t>
            </a:r>
          </a:p>
          <a:p>
            <a:pPr lvl="1" algn="just"/>
            <a:r>
              <a:rPr lang="en-US" sz="3600" dirty="0" smtClean="0">
                <a:solidFill>
                  <a:schemeClr val="accent6">
                    <a:lumMod val="60000"/>
                    <a:lumOff val="40000"/>
                  </a:schemeClr>
                </a:solidFill>
              </a:rPr>
              <a:t>Is Mark’s behavior a sign of insanity?</a:t>
            </a:r>
          </a:p>
          <a:p>
            <a:pPr algn="just"/>
            <a:endParaRPr lang="en-US" dirty="0"/>
          </a:p>
        </p:txBody>
      </p:sp>
      <p:sp>
        <p:nvSpPr>
          <p:cNvPr id="4" name="Rectangle 3"/>
          <p:cNvSpPr/>
          <p:nvPr/>
        </p:nvSpPr>
        <p:spPr>
          <a:xfrm>
            <a:off x="4038600" y="6488668"/>
            <a:ext cx="4660187"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a:spAutoFit/>
          </a:bodyPr>
          <a:lstStyle/>
          <a:p>
            <a:pPr algn="just"/>
            <a:r>
              <a:rPr lang="en-US" dirty="0" smtClean="0">
                <a:solidFill>
                  <a:prstClr val="white"/>
                </a:solidFill>
              </a:rPr>
              <a:t>[introduction to psychology, Morgan et al, 1986]</a:t>
            </a:r>
          </a:p>
        </p:txBody>
      </p:sp>
      <p:sp>
        <p:nvSpPr>
          <p:cNvPr id="6" name="Rectangle 5"/>
          <p:cNvSpPr/>
          <p:nvPr/>
        </p:nvSpPr>
        <p:spPr>
          <a:xfrm>
            <a:off x="1088679" y="315603"/>
            <a:ext cx="6995147" cy="584775"/>
          </a:xfrm>
          <a:prstGeom prst="rect">
            <a:avLst/>
          </a:prstGeom>
        </p:spPr>
        <p:txBody>
          <a:bodyPr wrap="square">
            <a:spAutoFit/>
          </a:bodyPr>
          <a:lstStyle/>
          <a:p>
            <a:r>
              <a:rPr lang="en-US" sz="3200" dirty="0" smtClean="0">
                <a:solidFill>
                  <a:srgbClr val="4E5B6F"/>
                </a:solidFill>
                <a:latin typeface="Bookman Old Style"/>
                <a:ea typeface="+mj-ea"/>
                <a:cs typeface="+mj-cs"/>
              </a:rPr>
              <a:t>Consider the following stories</a:t>
            </a:r>
            <a:endParaRPr lang="en-US" dirty="0"/>
          </a:p>
        </p:txBody>
      </p:sp>
    </p:spTree>
    <p:extLst>
      <p:ext uri="{BB962C8B-B14F-4D97-AF65-F5344CB8AC3E}">
        <p14:creationId xmlns="" xmlns:p14="http://schemas.microsoft.com/office/powerpoint/2010/main" val="1263574720"/>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sz="quarter" idx="1"/>
          </p:nvPr>
        </p:nvSpPr>
        <p:spPr>
          <a:xfrm>
            <a:off x="159027" y="1205948"/>
            <a:ext cx="8825948" cy="5049078"/>
          </a:xfrm>
        </p:spPr>
        <p:style>
          <a:lnRef idx="3">
            <a:schemeClr val="lt1"/>
          </a:lnRef>
          <a:fillRef idx="1">
            <a:schemeClr val="accent4"/>
          </a:fillRef>
          <a:effectRef idx="1">
            <a:schemeClr val="accent4"/>
          </a:effectRef>
          <a:fontRef idx="minor">
            <a:schemeClr val="lt1"/>
          </a:fontRef>
        </p:style>
        <p:txBody>
          <a:bodyPr>
            <a:normAutofit/>
          </a:bodyPr>
          <a:lstStyle/>
          <a:p>
            <a:pPr algn="just"/>
            <a:r>
              <a:rPr lang="en-US" dirty="0" smtClean="0">
                <a:solidFill>
                  <a:srgbClr val="FFFF00"/>
                </a:solidFill>
              </a:rPr>
              <a:t>Susan has broken up with her boyfriend</a:t>
            </a:r>
            <a:r>
              <a:rPr lang="en-US" dirty="0" smtClean="0"/>
              <a:t>, the young man she had been sure would marry. Now she constantly feels </a:t>
            </a:r>
            <a:r>
              <a:rPr lang="en-US" dirty="0" smtClean="0">
                <a:solidFill>
                  <a:srgbClr val="C00000"/>
                </a:solidFill>
              </a:rPr>
              <a:t>tired, weak, and very depressed</a:t>
            </a:r>
            <a:r>
              <a:rPr lang="en-US" dirty="0" smtClean="0"/>
              <a:t>. She </a:t>
            </a:r>
            <a:r>
              <a:rPr lang="en-US" dirty="0" smtClean="0">
                <a:solidFill>
                  <a:srgbClr val="C00000"/>
                </a:solidFill>
              </a:rPr>
              <a:t>can’t seem to sleep </a:t>
            </a:r>
            <a:r>
              <a:rPr lang="en-US" dirty="0" smtClean="0"/>
              <a:t>at night, and she </a:t>
            </a:r>
            <a:r>
              <a:rPr lang="en-US" dirty="0" smtClean="0">
                <a:solidFill>
                  <a:srgbClr val="C00000"/>
                </a:solidFill>
              </a:rPr>
              <a:t>can hardly taste</a:t>
            </a:r>
            <a:r>
              <a:rPr lang="en-US" dirty="0" smtClean="0"/>
              <a:t> what little food she eats. Her friends have begun to worry about her mood and her </a:t>
            </a:r>
            <a:r>
              <a:rPr lang="en-US" dirty="0" smtClean="0">
                <a:solidFill>
                  <a:srgbClr val="C00000"/>
                </a:solidFill>
              </a:rPr>
              <a:t>weight loss</a:t>
            </a:r>
            <a:r>
              <a:rPr lang="en-US" dirty="0" smtClean="0"/>
              <a:t>. Susan drags herself to classes, but she </a:t>
            </a:r>
            <a:r>
              <a:rPr lang="en-US" dirty="0" smtClean="0">
                <a:solidFill>
                  <a:srgbClr val="C00000"/>
                </a:solidFill>
              </a:rPr>
              <a:t>can’t concentrate </a:t>
            </a:r>
            <a:r>
              <a:rPr lang="en-US" dirty="0" smtClean="0"/>
              <a:t>when she tries </a:t>
            </a:r>
            <a:r>
              <a:rPr lang="en-US" dirty="0" smtClean="0">
                <a:solidFill>
                  <a:srgbClr val="C00000"/>
                </a:solidFill>
              </a:rPr>
              <a:t>to study</a:t>
            </a:r>
            <a:r>
              <a:rPr lang="en-US" dirty="0" smtClean="0"/>
              <a:t>.  As a result, her </a:t>
            </a:r>
            <a:r>
              <a:rPr lang="en-US" dirty="0" smtClean="0">
                <a:solidFill>
                  <a:srgbClr val="C00000"/>
                </a:solidFill>
              </a:rPr>
              <a:t>grades have begun to drop</a:t>
            </a:r>
            <a:r>
              <a:rPr lang="en-US" dirty="0" smtClean="0"/>
              <a:t>.</a:t>
            </a:r>
          </a:p>
          <a:p>
            <a:pPr lvl="1" algn="just"/>
            <a:r>
              <a:rPr lang="en-US" sz="2800" b="1" dirty="0" smtClean="0">
                <a:solidFill>
                  <a:srgbClr val="FFFF00"/>
                </a:solidFill>
              </a:rPr>
              <a:t>Is Susan showing a normal reaction or a serious psychological disturbance?</a:t>
            </a:r>
          </a:p>
          <a:p>
            <a:pPr algn="just"/>
            <a:endParaRPr lang="en-US" dirty="0"/>
          </a:p>
        </p:txBody>
      </p:sp>
      <p:sp>
        <p:nvSpPr>
          <p:cNvPr id="16" name="Rectangle 15"/>
          <p:cNvSpPr/>
          <p:nvPr/>
        </p:nvSpPr>
        <p:spPr>
          <a:xfrm>
            <a:off x="4253948" y="6488668"/>
            <a:ext cx="4660187"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a:spAutoFit/>
          </a:bodyPr>
          <a:lstStyle/>
          <a:p>
            <a:pPr algn="r"/>
            <a:r>
              <a:rPr lang="en-US" dirty="0" smtClean="0">
                <a:solidFill>
                  <a:prstClr val="white"/>
                </a:solidFill>
              </a:rPr>
              <a:t>[introduction to psychology, Morgan et al, 1986]</a:t>
            </a:r>
          </a:p>
        </p:txBody>
      </p:sp>
    </p:spTree>
    <p:extLst>
      <p:ext uri="{BB962C8B-B14F-4D97-AF65-F5344CB8AC3E}">
        <p14:creationId xmlns="" xmlns:p14="http://schemas.microsoft.com/office/powerpoint/2010/main" val="1015472734"/>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bg/>
                                          </p:spTgt>
                                        </p:tgtEl>
                                        <p:attrNameLst>
                                          <p:attrName>style.visibility</p:attrName>
                                        </p:attrNameLst>
                                      </p:cBhvr>
                                      <p:to>
                                        <p:strVal val="visible"/>
                                      </p:to>
                                    </p:set>
                                    <p:anim calcmode="lin" valueType="num">
                                      <p:cBhvr additive="base">
                                        <p:cTn id="7" dur="500" fill="hold"/>
                                        <p:tgtEl>
                                          <p:spTgt spid="14">
                                            <p:bg/>
                                          </p:spTgt>
                                        </p:tgtEl>
                                        <p:attrNameLst>
                                          <p:attrName>ppt_x</p:attrName>
                                        </p:attrNameLst>
                                      </p:cBhvr>
                                      <p:tavLst>
                                        <p:tav tm="0">
                                          <p:val>
                                            <p:strVal val="#ppt_x"/>
                                          </p:val>
                                        </p:tav>
                                        <p:tav tm="100000">
                                          <p:val>
                                            <p:strVal val="#ppt_x"/>
                                          </p:val>
                                        </p:tav>
                                      </p:tavLst>
                                    </p:anim>
                                    <p:anim calcmode="lin" valueType="num">
                                      <p:cBhvr additive="base">
                                        <p:cTn id="8" dur="500" fill="hold"/>
                                        <p:tgtEl>
                                          <p:spTgt spid="14">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xEl>
                                              <p:pRg st="0" end="0"/>
                                            </p:txEl>
                                          </p:spTgt>
                                        </p:tgtEl>
                                        <p:attrNameLst>
                                          <p:attrName>style.visibility</p:attrName>
                                        </p:attrNameLst>
                                      </p:cBhvr>
                                      <p:to>
                                        <p:strVal val="visible"/>
                                      </p:to>
                                    </p:set>
                                    <p:anim calcmode="lin" valueType="num">
                                      <p:cBhvr additive="base">
                                        <p:cTn id="13"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4">
                                            <p:txEl>
                                              <p:pRg st="1" end="1"/>
                                            </p:txEl>
                                          </p:spTgt>
                                        </p:tgtEl>
                                        <p:attrNameLst>
                                          <p:attrName>style.visibility</p:attrName>
                                        </p:attrNameLst>
                                      </p:cBhvr>
                                      <p:to>
                                        <p:strVal val="visible"/>
                                      </p:to>
                                    </p:set>
                                    <p:anim calcmode="lin" valueType="num">
                                      <p:cBhvr additive="base">
                                        <p:cTn id="17"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AD11457B-7433-42AD-BA61-05DF5B53CDC1}" type="slidenum">
              <a:rPr lang="en-US" smtClean="0">
                <a:solidFill>
                  <a:prstClr val="white">
                    <a:alpha val="60000"/>
                  </a:prstClr>
                </a:solidFill>
              </a:rPr>
              <a:pPr/>
              <a:t>5</a:t>
            </a:fld>
            <a:endParaRPr lang="en-US">
              <a:solidFill>
                <a:prstClr val="white">
                  <a:alpha val="60000"/>
                </a:prstClr>
              </a:solidFill>
            </a:endParaRPr>
          </a:p>
        </p:txBody>
      </p:sp>
      <p:sp>
        <p:nvSpPr>
          <p:cNvPr id="2" name="Title 1"/>
          <p:cNvSpPr>
            <a:spLocks noGrp="1"/>
          </p:cNvSpPr>
          <p:nvPr>
            <p:ph type="title"/>
          </p:nvPr>
        </p:nvSpPr>
        <p:spPr>
          <a:xfrm>
            <a:off x="838200" y="228600"/>
            <a:ext cx="7924800" cy="646044"/>
          </a:xfrm>
        </p:spPr>
        <p:txBody>
          <a:bodyPr>
            <a:noAutofit/>
          </a:bodyPr>
          <a:lstStyle/>
          <a:p>
            <a:pPr lvl="1" rtl="0">
              <a:spcBef>
                <a:spcPct val="20000"/>
              </a:spcBef>
              <a:spcAft>
                <a:spcPts val="300"/>
              </a:spcAft>
            </a:pPr>
            <a:r>
              <a:rPr lang="en-US" sz="3200" b="1" kern="1200" dirty="0" smtClean="0">
                <a:solidFill>
                  <a:srgbClr val="4E67C8"/>
                </a:solidFill>
                <a:latin typeface="Corbel"/>
                <a:ea typeface="+mn-ea"/>
                <a:cs typeface="+mn-cs"/>
              </a:rPr>
              <a:t>7.1 Nature of Psychological Disorders</a:t>
            </a:r>
            <a:endParaRPr lang="en-US" sz="3200" b="1" dirty="0">
              <a:solidFill>
                <a:schemeClr val="accent1"/>
              </a:solidFill>
              <a:latin typeface="Lucida Calligraphy" pitchFamily="66" charset="0"/>
              <a:cs typeface="MV Boli" pitchFamily="2"/>
            </a:endParaRPr>
          </a:p>
        </p:txBody>
      </p:sp>
      <p:sp>
        <p:nvSpPr>
          <p:cNvPr id="3" name="Content Placeholder 2"/>
          <p:cNvSpPr>
            <a:spLocks noGrp="1"/>
          </p:cNvSpPr>
          <p:nvPr>
            <p:ph sz="quarter" idx="13"/>
          </p:nvPr>
        </p:nvSpPr>
        <p:spPr>
          <a:xfrm>
            <a:off x="159026" y="781878"/>
            <a:ext cx="8984974" cy="5847522"/>
          </a:xfrm>
        </p:spPr>
        <p:txBody>
          <a:bodyPr>
            <a:normAutofit fontScale="92500"/>
          </a:bodyPr>
          <a:lstStyle/>
          <a:p>
            <a:pPr marL="349250" lvl="2">
              <a:buNone/>
            </a:pPr>
            <a:r>
              <a:rPr lang="en-US" sz="3200" b="1" spc="-100" dirty="0" smtClean="0">
                <a:solidFill>
                  <a:srgbClr val="FF0000"/>
                </a:solidFill>
                <a:effectLst>
                  <a:outerShdw blurRad="38100" dist="38100" dir="2700000" algn="tl">
                    <a:srgbClr val="000000">
                      <a:alpha val="43137"/>
                    </a:srgbClr>
                  </a:outerShdw>
                </a:effectLst>
                <a:latin typeface="Verdana" pitchFamily="34" charset="0"/>
                <a:ea typeface="Verdana" pitchFamily="34" charset="0"/>
                <a:cs typeface="Verdana" pitchFamily="34" charset="0"/>
              </a:rPr>
              <a:t>Meaning</a:t>
            </a:r>
            <a:endParaRPr lang="en-US" sz="2400" dirty="0" smtClean="0">
              <a:solidFill>
                <a:srgbClr val="FF0000"/>
              </a:solidFill>
            </a:endParaRPr>
          </a:p>
          <a:p>
            <a:pPr marL="349250" lvl="2">
              <a:buClr>
                <a:srgbClr val="EA157A"/>
              </a:buClr>
              <a:buNone/>
            </a:pPr>
            <a:r>
              <a:rPr lang="en-US" sz="2800" b="1" spc="-100" dirty="0" smtClean="0">
                <a:solidFill>
                  <a:srgbClr val="FF0000"/>
                </a:solidFill>
                <a:latin typeface="Consolas"/>
              </a:rPr>
              <a:t>Earlier meaning </a:t>
            </a:r>
            <a:r>
              <a:rPr lang="en-US" sz="2400" b="1" spc="-100" dirty="0" smtClean="0">
                <a:solidFill>
                  <a:prstClr val="black">
                    <a:lumMod val="75000"/>
                    <a:lumOff val="25000"/>
                  </a:prstClr>
                </a:solidFill>
                <a:latin typeface="Consolas"/>
              </a:rPr>
              <a:t>– </a:t>
            </a:r>
            <a:r>
              <a:rPr lang="en-GB" sz="2400" dirty="0" smtClean="0">
                <a:solidFill>
                  <a:prstClr val="black">
                    <a:lumMod val="75000"/>
                    <a:lumOff val="25000"/>
                  </a:prstClr>
                </a:solidFill>
              </a:rPr>
              <a:t>based on culture, values, beliefs, religion, etc humans explained and responded to abnormal </a:t>
            </a:r>
            <a:r>
              <a:rPr lang="en-GB" sz="2400" dirty="0" err="1" smtClean="0">
                <a:solidFill>
                  <a:prstClr val="black">
                    <a:lumMod val="75000"/>
                    <a:lumOff val="25000"/>
                  </a:prstClr>
                </a:solidFill>
              </a:rPr>
              <a:t>behavior</a:t>
            </a:r>
            <a:r>
              <a:rPr lang="en-GB" sz="2400" dirty="0" smtClean="0">
                <a:solidFill>
                  <a:prstClr val="black">
                    <a:lumMod val="75000"/>
                    <a:lumOff val="25000"/>
                  </a:prstClr>
                </a:solidFill>
              </a:rPr>
              <a:t> in d/t ways, e.g. In ancient </a:t>
            </a:r>
            <a:r>
              <a:rPr lang="en-GB" sz="2400" b="1" dirty="0" smtClean="0">
                <a:solidFill>
                  <a:prstClr val="black">
                    <a:lumMod val="75000"/>
                    <a:lumOff val="25000"/>
                  </a:prstClr>
                </a:solidFill>
              </a:rPr>
              <a:t>Chinese, Egyptians, and Hebrews</a:t>
            </a:r>
            <a:endParaRPr lang="en-GB" sz="2800" dirty="0" smtClean="0"/>
          </a:p>
          <a:p>
            <a:pPr marL="349250" lvl="2">
              <a:lnSpc>
                <a:spcPct val="120000"/>
              </a:lnSpc>
              <a:buClr>
                <a:srgbClr val="EA157A"/>
              </a:buClr>
              <a:buFont typeface="Wingdings" pitchFamily="2" charset="2"/>
              <a:buChar char="Ø"/>
            </a:pPr>
            <a:r>
              <a:rPr lang="en-GB" sz="2800" dirty="0" smtClean="0"/>
              <a:t>the possession by </a:t>
            </a:r>
            <a:r>
              <a:rPr lang="en-GB" sz="2800" b="1" dirty="0" smtClean="0">
                <a:solidFill>
                  <a:srgbClr val="00B050"/>
                </a:solidFill>
              </a:rPr>
              <a:t>evil spirit </a:t>
            </a:r>
            <a:r>
              <a:rPr lang="en-GB" sz="2800" dirty="0" smtClean="0"/>
              <a:t>and </a:t>
            </a:r>
            <a:r>
              <a:rPr lang="en-GB" sz="2800" b="1" dirty="0" smtClean="0">
                <a:solidFill>
                  <a:srgbClr val="00B050"/>
                </a:solidFill>
              </a:rPr>
              <a:t>demons</a:t>
            </a:r>
            <a:r>
              <a:rPr lang="en-GB" sz="2800" dirty="0" smtClean="0"/>
              <a:t> caused by </a:t>
            </a:r>
            <a:r>
              <a:rPr lang="en-GB" sz="2800" b="1" dirty="0" smtClean="0"/>
              <a:t>supernatural</a:t>
            </a:r>
            <a:r>
              <a:rPr lang="en-GB" sz="2800" dirty="0" smtClean="0"/>
              <a:t> </a:t>
            </a:r>
            <a:r>
              <a:rPr lang="en-GB" sz="2800" b="1" dirty="0" smtClean="0"/>
              <a:t>forces</a:t>
            </a:r>
          </a:p>
          <a:p>
            <a:pPr marL="349250" lvl="2">
              <a:lnSpc>
                <a:spcPct val="120000"/>
              </a:lnSpc>
              <a:buClr>
                <a:srgbClr val="EA157A"/>
              </a:buClr>
              <a:buFont typeface="Wingdings" pitchFamily="2" charset="2"/>
              <a:buChar char="Ø"/>
            </a:pPr>
            <a:r>
              <a:rPr lang="en-GB" sz="2800" dirty="0" smtClean="0"/>
              <a:t>an act of </a:t>
            </a:r>
            <a:r>
              <a:rPr lang="en-GB" sz="2800" b="1" dirty="0" smtClean="0">
                <a:solidFill>
                  <a:srgbClr val="00B050"/>
                </a:solidFill>
              </a:rPr>
              <a:t>devil</a:t>
            </a:r>
          </a:p>
          <a:p>
            <a:pPr marL="349250" lvl="2">
              <a:lnSpc>
                <a:spcPct val="150000"/>
              </a:lnSpc>
              <a:buClr>
                <a:srgbClr val="EA157A"/>
              </a:buClr>
              <a:buNone/>
            </a:pPr>
            <a:r>
              <a:rPr lang="en-GB" sz="2800" b="1" dirty="0" smtClean="0">
                <a:solidFill>
                  <a:srgbClr val="002060"/>
                </a:solidFill>
              </a:rPr>
              <a:t>To drive out demons</a:t>
            </a:r>
            <a:r>
              <a:rPr lang="en-GB" sz="2400" dirty="0" smtClean="0">
                <a:solidFill>
                  <a:prstClr val="black">
                    <a:lumMod val="75000"/>
                    <a:lumOff val="25000"/>
                  </a:prstClr>
                </a:solidFill>
              </a:rPr>
              <a:t>: –</a:t>
            </a:r>
          </a:p>
          <a:p>
            <a:pPr marL="349250" lvl="2">
              <a:lnSpc>
                <a:spcPct val="110000"/>
              </a:lnSpc>
              <a:buClr>
                <a:srgbClr val="EA157A"/>
              </a:buClr>
              <a:buFont typeface="Wingdings" pitchFamily="2" charset="2"/>
              <a:buChar char="Ø"/>
            </a:pPr>
            <a:r>
              <a:rPr lang="en-GB" sz="2400" b="1" dirty="0" smtClean="0">
                <a:solidFill>
                  <a:prstClr val="black">
                    <a:lumMod val="75000"/>
                    <a:lumOff val="25000"/>
                  </a:prstClr>
                </a:solidFill>
              </a:rPr>
              <a:t>tortured</a:t>
            </a:r>
            <a:r>
              <a:rPr lang="en-GB" sz="2400" dirty="0" smtClean="0">
                <a:solidFill>
                  <a:prstClr val="black">
                    <a:lumMod val="75000"/>
                    <a:lumOff val="25000"/>
                  </a:prstClr>
                </a:solidFill>
              </a:rPr>
              <a:t> and brutally </a:t>
            </a:r>
            <a:r>
              <a:rPr lang="en-GB" sz="2400" b="1" dirty="0" smtClean="0">
                <a:solidFill>
                  <a:prstClr val="black">
                    <a:lumMod val="75000"/>
                    <a:lumOff val="25000"/>
                  </a:prstClr>
                </a:solidFill>
              </a:rPr>
              <a:t>murdered</a:t>
            </a:r>
          </a:p>
          <a:p>
            <a:pPr marL="349250" lvl="2">
              <a:lnSpc>
                <a:spcPct val="110000"/>
              </a:lnSpc>
              <a:buClr>
                <a:srgbClr val="EA157A"/>
              </a:buClr>
              <a:buFont typeface="Wingdings" pitchFamily="2" charset="2"/>
              <a:buChar char="Ø"/>
            </a:pPr>
            <a:r>
              <a:rPr lang="en-GB" sz="2400" dirty="0" smtClean="0">
                <a:solidFill>
                  <a:prstClr val="black">
                    <a:lumMod val="75000"/>
                    <a:lumOff val="25000"/>
                  </a:prstClr>
                </a:solidFill>
              </a:rPr>
              <a:t>use </a:t>
            </a:r>
            <a:r>
              <a:rPr lang="en-GB" sz="2400" b="1" dirty="0" smtClean="0">
                <a:solidFill>
                  <a:prstClr val="black">
                    <a:lumMod val="75000"/>
                    <a:lumOff val="25000"/>
                  </a:prstClr>
                </a:solidFill>
              </a:rPr>
              <a:t>holly water</a:t>
            </a:r>
          </a:p>
          <a:p>
            <a:pPr marL="349250" lvl="2">
              <a:lnSpc>
                <a:spcPct val="110000"/>
              </a:lnSpc>
              <a:buClr>
                <a:srgbClr val="EA157A"/>
              </a:buClr>
              <a:buFont typeface="Wingdings" pitchFamily="2" charset="2"/>
              <a:buChar char="Ø"/>
            </a:pPr>
            <a:r>
              <a:rPr lang="en-GB" sz="2400" b="1" dirty="0" smtClean="0">
                <a:solidFill>
                  <a:prstClr val="black">
                    <a:lumMod val="75000"/>
                    <a:lumOff val="25000"/>
                  </a:prstClr>
                </a:solidFill>
              </a:rPr>
              <a:t>Donation</a:t>
            </a:r>
            <a:r>
              <a:rPr lang="en-GB" sz="2400" dirty="0" smtClean="0">
                <a:solidFill>
                  <a:prstClr val="black">
                    <a:lumMod val="75000"/>
                    <a:lumOff val="25000"/>
                  </a:prstClr>
                </a:solidFill>
              </a:rPr>
              <a:t> to forest, Lake, river, mountain, etc. d/t things</a:t>
            </a:r>
            <a:endParaRPr lang="en-US" sz="2400" b="1" dirty="0" smtClean="0"/>
          </a:p>
          <a:p>
            <a:pPr marL="349250" lvl="2">
              <a:buClr>
                <a:srgbClr val="EA157A"/>
              </a:buClr>
              <a:buNone/>
            </a:pPr>
            <a:endParaRPr lang="en-US" sz="2000" b="1" spc="-100" dirty="0" smtClean="0">
              <a:latin typeface="Consolas"/>
            </a:endParaRPr>
          </a:p>
          <a:p>
            <a:pPr marL="349250" lvl="2">
              <a:buClr>
                <a:srgbClr val="EA157A"/>
              </a:buClr>
              <a:buFont typeface="Wingdings" pitchFamily="2" charset="2"/>
              <a:buChar char="Ø"/>
            </a:pPr>
            <a:endParaRPr lang="en-GB" sz="2000" b="1" dirty="0" smtClean="0"/>
          </a:p>
        </p:txBody>
      </p:sp>
      <p:sp>
        <p:nvSpPr>
          <p:cNvPr id="5" name="Date Placeholder 4"/>
          <p:cNvSpPr>
            <a:spLocks noGrp="1"/>
          </p:cNvSpPr>
          <p:nvPr>
            <p:ph type="dt" sz="half" idx="10"/>
          </p:nvPr>
        </p:nvSpPr>
        <p:spPr/>
        <p:txBody>
          <a:bodyPr/>
          <a:lstStyle/>
          <a:p>
            <a:r>
              <a:rPr lang="en-US" smtClean="0">
                <a:solidFill>
                  <a:srgbClr val="D6ECFF"/>
                </a:solidFill>
              </a:rPr>
              <a:t>December, 2008</a:t>
            </a:r>
            <a:endParaRPr lang="en-US">
              <a:solidFill>
                <a:srgbClr val="D6ECFF"/>
              </a:solidFill>
            </a:endParaRPr>
          </a:p>
        </p:txBody>
      </p:sp>
      <p:sp>
        <p:nvSpPr>
          <p:cNvPr id="6" name="Footer Placeholder 5"/>
          <p:cNvSpPr>
            <a:spLocks noGrp="1"/>
          </p:cNvSpPr>
          <p:nvPr>
            <p:ph type="ftr" sz="quarter" idx="11"/>
          </p:nvPr>
        </p:nvSpPr>
        <p:spPr/>
        <p:txBody>
          <a:bodyPr/>
          <a:lstStyle/>
          <a:p>
            <a:r>
              <a:rPr lang="en-US" smtClean="0">
                <a:solidFill>
                  <a:srgbClr val="D6ECFF"/>
                </a:solidFill>
              </a:rPr>
              <a:t>E. W/G</a:t>
            </a:r>
            <a:endParaRPr lang="en-US">
              <a:solidFill>
                <a:srgbClr val="D6ECFF"/>
              </a:solidFill>
            </a:endParaRPr>
          </a:p>
        </p:txBody>
      </p:sp>
    </p:spTree>
    <p:extLst>
      <p:ext uri="{BB962C8B-B14F-4D97-AF65-F5344CB8AC3E}">
        <p14:creationId xmlns="" xmlns:p14="http://schemas.microsoft.com/office/powerpoint/2010/main" val="136963004"/>
      </p:ext>
    </p:extLst>
  </p:cSld>
  <p:clrMapOvr>
    <a:masterClrMapping/>
  </p:clrMapOvr>
  <p:transition spd="slow">
    <p:cover dir="d"/>
    <p:sndAc>
      <p:stSnd>
        <p:snd r:embed="rId3" name="coin.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AD11457B-7433-42AD-BA61-05DF5B53CDC1}" type="slidenum">
              <a:rPr lang="en-US" smtClean="0">
                <a:solidFill>
                  <a:prstClr val="white">
                    <a:alpha val="60000"/>
                  </a:prstClr>
                </a:solidFill>
              </a:rPr>
              <a:pPr/>
              <a:t>6</a:t>
            </a:fld>
            <a:endParaRPr lang="en-US">
              <a:solidFill>
                <a:prstClr val="white">
                  <a:alpha val="60000"/>
                </a:prstClr>
              </a:solidFill>
            </a:endParaRPr>
          </a:p>
        </p:txBody>
      </p:sp>
      <p:sp>
        <p:nvSpPr>
          <p:cNvPr id="2" name="Title 1"/>
          <p:cNvSpPr>
            <a:spLocks noGrp="1"/>
          </p:cNvSpPr>
          <p:nvPr>
            <p:ph type="title"/>
          </p:nvPr>
        </p:nvSpPr>
        <p:spPr>
          <a:xfrm>
            <a:off x="636105" y="228600"/>
            <a:ext cx="8322366" cy="593035"/>
          </a:xfrm>
        </p:spPr>
        <p:txBody>
          <a:bodyPr>
            <a:noAutofit/>
          </a:bodyPr>
          <a:lstStyle/>
          <a:p>
            <a:pPr marL="509588" lvl="1" indent="-271463" algn="l" rtl="0">
              <a:spcBef>
                <a:spcPct val="20000"/>
              </a:spcBef>
            </a:pPr>
            <a:r>
              <a:rPr lang="en-US" sz="3200" b="1" kern="1200" dirty="0" smtClean="0">
                <a:solidFill>
                  <a:srgbClr val="4E67C8"/>
                </a:solidFill>
                <a:latin typeface="Corbel"/>
              </a:rPr>
              <a:t>Nature of Psychological Disorders (</a:t>
            </a:r>
            <a:r>
              <a:rPr lang="en-US" sz="2800" b="1" kern="1200" dirty="0" smtClean="0">
                <a:solidFill>
                  <a:srgbClr val="C00000"/>
                </a:solidFill>
                <a:latin typeface="Corbel"/>
              </a:rPr>
              <a:t>C0ntd.</a:t>
            </a:r>
            <a:r>
              <a:rPr lang="en-US" sz="3200" b="1" kern="1200" dirty="0" smtClean="0">
                <a:solidFill>
                  <a:srgbClr val="4E67C8"/>
                </a:solidFill>
                <a:latin typeface="Corbel"/>
              </a:rPr>
              <a:t>) </a:t>
            </a:r>
            <a:endParaRPr lang="en-US" sz="3200" b="1" kern="1200" spc="-100" dirty="0">
              <a:solidFill>
                <a:srgbClr val="FFFF00"/>
              </a:solidFill>
              <a:effectLst>
                <a:outerShdw blurRad="38100" dist="38100" dir="2700000" algn="tl">
                  <a:srgbClr val="000000">
                    <a:alpha val="43137"/>
                  </a:srgbClr>
                </a:outerShdw>
              </a:effectLst>
              <a:latin typeface="Verdana" pitchFamily="34" charset="0"/>
              <a:ea typeface="Verdana" pitchFamily="34" charset="0"/>
              <a:cs typeface="Verdana" pitchFamily="34" charset="0"/>
            </a:endParaRPr>
          </a:p>
        </p:txBody>
      </p:sp>
      <p:sp>
        <p:nvSpPr>
          <p:cNvPr id="3" name="Content Placeholder 2"/>
          <p:cNvSpPr>
            <a:spLocks noGrp="1"/>
          </p:cNvSpPr>
          <p:nvPr>
            <p:ph sz="quarter" idx="13"/>
          </p:nvPr>
        </p:nvSpPr>
        <p:spPr>
          <a:xfrm>
            <a:off x="228600" y="914400"/>
            <a:ext cx="8763000" cy="5715000"/>
          </a:xfrm>
        </p:spPr>
        <p:txBody>
          <a:bodyPr>
            <a:normAutofit lnSpcReduction="10000"/>
          </a:bodyPr>
          <a:lstStyle/>
          <a:p>
            <a:pPr marL="349250" lvl="2">
              <a:lnSpc>
                <a:spcPct val="150000"/>
              </a:lnSpc>
              <a:buClr>
                <a:srgbClr val="EA157A"/>
              </a:buClr>
              <a:buNone/>
            </a:pPr>
            <a:r>
              <a:rPr lang="en-US" sz="2400" b="1" spc="-100" dirty="0" smtClean="0">
                <a:solidFill>
                  <a:srgbClr val="FF0000"/>
                </a:solidFill>
                <a:effectLst>
                  <a:outerShdw blurRad="38100" dist="38100" dir="2700000" algn="tl">
                    <a:srgbClr val="000000">
                      <a:alpha val="43137"/>
                    </a:srgbClr>
                  </a:outerShdw>
                </a:effectLst>
                <a:latin typeface="Verdana" pitchFamily="34" charset="0"/>
                <a:ea typeface="Verdana" pitchFamily="34" charset="0"/>
                <a:cs typeface="Verdana" pitchFamily="34" charset="0"/>
              </a:rPr>
              <a:t>Modern meaning</a:t>
            </a:r>
            <a:r>
              <a:rPr lang="en-US" sz="2800" b="1" spc="-100" dirty="0" smtClean="0">
                <a:solidFill>
                  <a:srgbClr val="FF0000"/>
                </a:solidFill>
                <a:effectLst>
                  <a:outerShdw blurRad="38100" dist="38100" dir="2700000" algn="tl">
                    <a:srgbClr val="000000">
                      <a:alpha val="43137"/>
                    </a:srgbClr>
                  </a:outerShdw>
                </a:effectLst>
                <a:latin typeface="Verdana" pitchFamily="34" charset="0"/>
                <a:ea typeface="Verdana" pitchFamily="34" charset="0"/>
                <a:cs typeface="Verdana" pitchFamily="34" charset="0"/>
              </a:rPr>
              <a:t> </a:t>
            </a:r>
          </a:p>
          <a:p>
            <a:pPr marL="349250" lvl="2">
              <a:lnSpc>
                <a:spcPct val="150000"/>
              </a:lnSpc>
              <a:buClr>
                <a:srgbClr val="EA157A"/>
              </a:buClr>
              <a:buFont typeface="Wingdings" pitchFamily="2" charset="2"/>
              <a:buChar char="Ø"/>
            </a:pPr>
            <a:r>
              <a:rPr lang="en-GB" sz="2800" b="1" spc="-100" dirty="0" smtClean="0">
                <a:solidFill>
                  <a:schemeClr val="accent1"/>
                </a:solidFill>
              </a:rPr>
              <a:t>However</a:t>
            </a:r>
            <a:r>
              <a:rPr lang="en-GB" sz="3000" b="1" spc="-100" dirty="0">
                <a:solidFill>
                  <a:schemeClr val="accent1"/>
                </a:solidFill>
              </a:rPr>
              <a:t>, </a:t>
            </a:r>
            <a:r>
              <a:rPr lang="en-GB" sz="2800" dirty="0">
                <a:solidFill>
                  <a:schemeClr val="accent1"/>
                </a:solidFill>
              </a:rPr>
              <a:t>by the </a:t>
            </a:r>
            <a:r>
              <a:rPr lang="en-GB" sz="2800" b="1" dirty="0">
                <a:solidFill>
                  <a:srgbClr val="C00000"/>
                </a:solidFill>
              </a:rPr>
              <a:t>18</a:t>
            </a:r>
            <a:r>
              <a:rPr lang="en-GB" sz="2800" b="1" baseline="30000" dirty="0">
                <a:solidFill>
                  <a:srgbClr val="C00000"/>
                </a:solidFill>
              </a:rPr>
              <a:t>th</a:t>
            </a:r>
            <a:r>
              <a:rPr lang="en-GB" sz="2800" b="1" dirty="0">
                <a:solidFill>
                  <a:schemeClr val="accent1"/>
                </a:solidFill>
              </a:rPr>
              <a:t> c</a:t>
            </a:r>
            <a:r>
              <a:rPr lang="en-GB" sz="2800" dirty="0">
                <a:solidFill>
                  <a:schemeClr val="accent1"/>
                </a:solidFill>
              </a:rPr>
              <a:t>, began to see mental </a:t>
            </a:r>
            <a:r>
              <a:rPr lang="en-GB" sz="2800" dirty="0" smtClean="0">
                <a:solidFill>
                  <a:schemeClr val="accent1"/>
                </a:solidFill>
              </a:rPr>
              <a:t>illness/madness  </a:t>
            </a:r>
            <a:r>
              <a:rPr lang="en-GB" sz="2800" dirty="0">
                <a:solidFill>
                  <a:srgbClr val="00B050"/>
                </a:solidFill>
              </a:rPr>
              <a:t>beyond the control of the person</a:t>
            </a:r>
          </a:p>
          <a:p>
            <a:pPr marL="166370" lvl="2" indent="0">
              <a:lnSpc>
                <a:spcPct val="150000"/>
              </a:lnSpc>
              <a:buClr>
                <a:srgbClr val="EA157A"/>
              </a:buClr>
              <a:buNone/>
            </a:pPr>
            <a:r>
              <a:rPr lang="en-GB" sz="2800" b="1" dirty="0">
                <a:solidFill>
                  <a:srgbClr val="7030A0"/>
                </a:solidFill>
                <a:latin typeface="Verdana"/>
              </a:rPr>
              <a:t>Misconceptions about abnormal behavior</a:t>
            </a:r>
            <a:endParaRPr lang="en-GB" sz="2800" dirty="0" smtClean="0">
              <a:solidFill>
                <a:srgbClr val="7030A0"/>
              </a:solidFill>
            </a:endParaRPr>
          </a:p>
          <a:p>
            <a:pPr marL="234950" lvl="2">
              <a:buClr>
                <a:srgbClr val="F14124">
                  <a:lumMod val="75000"/>
                </a:srgbClr>
              </a:buClr>
              <a:buFont typeface="Wingdings" pitchFamily="2" charset="2"/>
              <a:buChar char="v"/>
            </a:pPr>
            <a:r>
              <a:rPr lang="en-GB" sz="2800" dirty="0">
                <a:solidFill>
                  <a:prstClr val="black">
                    <a:lumMod val="75000"/>
                    <a:lumOff val="25000"/>
                  </a:prstClr>
                </a:solidFill>
              </a:rPr>
              <a:t>always considered as </a:t>
            </a:r>
            <a:r>
              <a:rPr lang="en-GB" sz="2800" b="1" dirty="0" smtClean="0">
                <a:solidFill>
                  <a:srgbClr val="FF0000"/>
                </a:solidFill>
              </a:rPr>
              <a:t>bizarre (</a:t>
            </a:r>
            <a:r>
              <a:rPr lang="en-GB" sz="2800" dirty="0" smtClean="0">
                <a:solidFill>
                  <a:prstClr val="black">
                    <a:lumMod val="75000"/>
                    <a:lumOff val="25000"/>
                  </a:prstClr>
                </a:solidFill>
              </a:rPr>
              <a:t>strange or weird </a:t>
            </a:r>
            <a:r>
              <a:rPr lang="en-GB" sz="2800" b="1" dirty="0" smtClean="0">
                <a:solidFill>
                  <a:srgbClr val="FF0000"/>
                </a:solidFill>
              </a:rPr>
              <a:t>)</a:t>
            </a:r>
            <a:r>
              <a:rPr lang="en-GB" sz="2800" dirty="0" smtClean="0">
                <a:solidFill>
                  <a:prstClr val="black">
                    <a:lumMod val="75000"/>
                    <a:lumOff val="25000"/>
                  </a:prstClr>
                </a:solidFill>
              </a:rPr>
              <a:t> </a:t>
            </a:r>
            <a:r>
              <a:rPr lang="en-GB" sz="2800" dirty="0">
                <a:solidFill>
                  <a:prstClr val="black">
                    <a:lumMod val="75000"/>
                    <a:lumOff val="25000"/>
                  </a:prstClr>
                </a:solidFill>
              </a:rPr>
              <a:t>– but sometimes can't distinguished</a:t>
            </a:r>
          </a:p>
          <a:p>
            <a:pPr marL="234950" lvl="2">
              <a:buClr>
                <a:srgbClr val="F14124">
                  <a:lumMod val="75000"/>
                </a:srgbClr>
              </a:buClr>
              <a:buFont typeface="Wingdings" pitchFamily="2" charset="2"/>
              <a:buChar char="v"/>
            </a:pPr>
            <a:r>
              <a:rPr lang="en-GB" sz="2800" dirty="0">
                <a:solidFill>
                  <a:prstClr val="black">
                    <a:lumMod val="75000"/>
                    <a:lumOff val="25000"/>
                  </a:prstClr>
                </a:solidFill>
              </a:rPr>
              <a:t>abnormal individuals often seen as </a:t>
            </a:r>
            <a:r>
              <a:rPr lang="en-GB" sz="2800" b="1" dirty="0">
                <a:solidFill>
                  <a:srgbClr val="FF0000"/>
                </a:solidFill>
              </a:rPr>
              <a:t>dangerous</a:t>
            </a:r>
            <a:r>
              <a:rPr lang="en-GB" sz="2800" dirty="0">
                <a:solidFill>
                  <a:prstClr val="black">
                    <a:lumMod val="75000"/>
                    <a:lumOff val="25000"/>
                  </a:prstClr>
                </a:solidFill>
              </a:rPr>
              <a:t> – but may not</a:t>
            </a:r>
          </a:p>
          <a:p>
            <a:pPr marL="234950" lvl="2">
              <a:buClr>
                <a:srgbClr val="F14124">
                  <a:lumMod val="75000"/>
                </a:srgbClr>
              </a:buClr>
              <a:buFont typeface="Wingdings" pitchFamily="2" charset="2"/>
              <a:buChar char="v"/>
            </a:pPr>
            <a:r>
              <a:rPr lang="en-GB" sz="2800" dirty="0">
                <a:solidFill>
                  <a:prstClr val="black">
                    <a:lumMod val="75000"/>
                    <a:lumOff val="25000"/>
                  </a:prstClr>
                </a:solidFill>
              </a:rPr>
              <a:t>abnormal individuals </a:t>
            </a:r>
            <a:r>
              <a:rPr lang="en-GB" sz="2800" b="1" dirty="0">
                <a:solidFill>
                  <a:srgbClr val="FF0000"/>
                </a:solidFill>
              </a:rPr>
              <a:t>will never get rid of it </a:t>
            </a:r>
            <a:r>
              <a:rPr lang="en-GB" sz="2800" dirty="0">
                <a:solidFill>
                  <a:prstClr val="black">
                    <a:lumMod val="75000"/>
                    <a:lumOff val="25000"/>
                  </a:prstClr>
                </a:solidFill>
              </a:rPr>
              <a:t>– but they can be cured </a:t>
            </a:r>
          </a:p>
          <a:p>
            <a:pPr marL="349250" lvl="2">
              <a:buClr>
                <a:srgbClr val="EA157A"/>
              </a:buClr>
              <a:buNone/>
            </a:pPr>
            <a:endParaRPr lang="en-US" sz="2000" b="1" spc="-100" dirty="0" smtClean="0">
              <a:latin typeface="Consolas"/>
            </a:endParaRPr>
          </a:p>
          <a:p>
            <a:pPr marL="349250" lvl="2">
              <a:buClr>
                <a:srgbClr val="EA157A"/>
              </a:buClr>
              <a:buFont typeface="Wingdings" pitchFamily="2" charset="2"/>
              <a:buChar char="Ø"/>
            </a:pPr>
            <a:endParaRPr lang="en-GB" sz="2000" b="1" dirty="0" smtClean="0"/>
          </a:p>
        </p:txBody>
      </p:sp>
      <p:sp>
        <p:nvSpPr>
          <p:cNvPr id="5" name="Date Placeholder 4"/>
          <p:cNvSpPr>
            <a:spLocks noGrp="1"/>
          </p:cNvSpPr>
          <p:nvPr>
            <p:ph type="dt" sz="half" idx="10"/>
          </p:nvPr>
        </p:nvSpPr>
        <p:spPr/>
        <p:txBody>
          <a:bodyPr/>
          <a:lstStyle/>
          <a:p>
            <a:r>
              <a:rPr lang="en-US" smtClean="0">
                <a:solidFill>
                  <a:srgbClr val="D6ECFF"/>
                </a:solidFill>
              </a:rPr>
              <a:t>December, 2008</a:t>
            </a:r>
            <a:endParaRPr lang="en-US">
              <a:solidFill>
                <a:srgbClr val="D6ECFF"/>
              </a:solidFill>
            </a:endParaRPr>
          </a:p>
        </p:txBody>
      </p:sp>
      <p:sp>
        <p:nvSpPr>
          <p:cNvPr id="6" name="Footer Placeholder 5"/>
          <p:cNvSpPr>
            <a:spLocks noGrp="1"/>
          </p:cNvSpPr>
          <p:nvPr>
            <p:ph type="ftr" sz="quarter" idx="11"/>
          </p:nvPr>
        </p:nvSpPr>
        <p:spPr/>
        <p:txBody>
          <a:bodyPr/>
          <a:lstStyle/>
          <a:p>
            <a:r>
              <a:rPr lang="en-US" smtClean="0">
                <a:solidFill>
                  <a:srgbClr val="D6ECFF"/>
                </a:solidFill>
              </a:rPr>
              <a:t>E. W/G</a:t>
            </a:r>
            <a:endParaRPr lang="en-US">
              <a:solidFill>
                <a:srgbClr val="D6ECFF"/>
              </a:solidFill>
            </a:endParaRPr>
          </a:p>
        </p:txBody>
      </p:sp>
    </p:spTree>
    <p:extLst>
      <p:ext uri="{BB962C8B-B14F-4D97-AF65-F5344CB8AC3E}">
        <p14:creationId xmlns="" xmlns:p14="http://schemas.microsoft.com/office/powerpoint/2010/main" val="3070241543"/>
      </p:ext>
    </p:extLst>
  </p:cSld>
  <p:clrMapOvr>
    <a:masterClrMapping/>
  </p:clrMapOvr>
  <p:transition spd="slow">
    <p:cover dir="d"/>
    <p:sndAc>
      <p:stSnd>
        <p:snd r:embed="rId3" name="coin.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AD11457B-7433-42AD-BA61-05DF5B53CDC1}" type="slidenum">
              <a:rPr lang="en-US" smtClean="0">
                <a:solidFill>
                  <a:prstClr val="white">
                    <a:alpha val="60000"/>
                  </a:prstClr>
                </a:solidFill>
              </a:rPr>
              <a:pPr/>
              <a:t>7</a:t>
            </a:fld>
            <a:endParaRPr lang="en-US">
              <a:solidFill>
                <a:prstClr val="white">
                  <a:alpha val="60000"/>
                </a:prstClr>
              </a:solidFill>
            </a:endParaRPr>
          </a:p>
        </p:txBody>
      </p:sp>
      <p:sp>
        <p:nvSpPr>
          <p:cNvPr id="2" name="Title 1"/>
          <p:cNvSpPr>
            <a:spLocks noGrp="1"/>
          </p:cNvSpPr>
          <p:nvPr>
            <p:ph type="title"/>
          </p:nvPr>
        </p:nvSpPr>
        <p:spPr>
          <a:xfrm>
            <a:off x="838200" y="228599"/>
            <a:ext cx="7924800" cy="672549"/>
          </a:xfrm>
        </p:spPr>
        <p:txBody>
          <a:bodyPr>
            <a:noAutofit/>
          </a:bodyPr>
          <a:lstStyle/>
          <a:p>
            <a:pPr lvl="1" rtl="0">
              <a:spcBef>
                <a:spcPct val="20000"/>
              </a:spcBef>
              <a:spcAft>
                <a:spcPts val="300"/>
              </a:spcAft>
            </a:pPr>
            <a:r>
              <a:rPr lang="en-US" sz="3200" b="1" kern="1200" dirty="0" smtClean="0">
                <a:solidFill>
                  <a:srgbClr val="4E67C8"/>
                </a:solidFill>
                <a:latin typeface="Corbel"/>
                <a:ea typeface="+mn-ea"/>
                <a:cs typeface="+mn-cs"/>
              </a:rPr>
              <a:t>Nature of Psychological Disorders (</a:t>
            </a:r>
            <a:r>
              <a:rPr lang="en-US" sz="3200" b="1" kern="1200" dirty="0" smtClean="0">
                <a:solidFill>
                  <a:srgbClr val="C00000"/>
                </a:solidFill>
                <a:latin typeface="Corbel"/>
              </a:rPr>
              <a:t>C0ntd.</a:t>
            </a:r>
            <a:r>
              <a:rPr lang="en-US" sz="3200" b="1" kern="1200" dirty="0" smtClean="0">
                <a:solidFill>
                  <a:srgbClr val="4E67C8"/>
                </a:solidFill>
                <a:latin typeface="Corbel"/>
                <a:ea typeface="+mn-ea"/>
                <a:cs typeface="+mn-cs"/>
              </a:rPr>
              <a:t>)</a:t>
            </a:r>
            <a:endParaRPr lang="en-US" sz="3200" b="1" dirty="0">
              <a:solidFill>
                <a:schemeClr val="accent1"/>
              </a:solidFill>
              <a:latin typeface="Lucida Calligraphy" pitchFamily="66" charset="0"/>
              <a:cs typeface="MV Boli" pitchFamily="2"/>
            </a:endParaRPr>
          </a:p>
        </p:txBody>
      </p:sp>
      <p:sp>
        <p:nvSpPr>
          <p:cNvPr id="3" name="Content Placeholder 2"/>
          <p:cNvSpPr>
            <a:spLocks noGrp="1"/>
          </p:cNvSpPr>
          <p:nvPr>
            <p:ph sz="quarter" idx="13"/>
          </p:nvPr>
        </p:nvSpPr>
        <p:spPr>
          <a:xfrm>
            <a:off x="159026" y="874643"/>
            <a:ext cx="8984974" cy="5754757"/>
          </a:xfrm>
        </p:spPr>
        <p:txBody>
          <a:bodyPr>
            <a:normAutofit/>
          </a:bodyPr>
          <a:lstStyle/>
          <a:p>
            <a:pPr marL="0" lvl="1" indent="0">
              <a:buNone/>
            </a:pPr>
            <a:r>
              <a:rPr lang="en-US" sz="2400" dirty="0" smtClean="0"/>
              <a:t>Many people have mental health concerns from time to time. But, a mental health concern becomes a mental illness when </a:t>
            </a:r>
            <a:r>
              <a:rPr lang="en-US" sz="2400" dirty="0" smtClean="0">
                <a:solidFill>
                  <a:srgbClr val="FF0000"/>
                </a:solidFill>
              </a:rPr>
              <a:t>ongoing signs and symptoms </a:t>
            </a:r>
            <a:r>
              <a:rPr lang="en-US" sz="2400" dirty="0" smtClean="0"/>
              <a:t>cause frequent </a:t>
            </a:r>
            <a:r>
              <a:rPr lang="en-US" sz="2400" dirty="0" smtClean="0">
                <a:solidFill>
                  <a:srgbClr val="FF0000"/>
                </a:solidFill>
              </a:rPr>
              <a:t>stress and affect   ability to function. </a:t>
            </a:r>
          </a:p>
          <a:p>
            <a:pPr marL="349250" lvl="2">
              <a:buNone/>
            </a:pPr>
            <a:r>
              <a:rPr lang="en-US" sz="2400" dirty="0" smtClean="0"/>
              <a:t>Psychological disorder also called with different names such as</a:t>
            </a:r>
          </a:p>
          <a:p>
            <a:pPr marL="349250" lvl="2">
              <a:buFont typeface="Wingdings" pitchFamily="2" charset="2"/>
              <a:buChar char="v"/>
            </a:pPr>
            <a:r>
              <a:rPr lang="en-US" sz="2400" b="1" dirty="0" smtClean="0"/>
              <a:t>Mental</a:t>
            </a:r>
            <a:r>
              <a:rPr lang="en-US" sz="2400" dirty="0" smtClean="0"/>
              <a:t> </a:t>
            </a:r>
            <a:r>
              <a:rPr lang="en-US" sz="2400" b="1" dirty="0" smtClean="0"/>
              <a:t>illness</a:t>
            </a:r>
            <a:r>
              <a:rPr lang="en-US" sz="2400" dirty="0" smtClean="0"/>
              <a:t> - refers to a wide range of mental health disorders that affects </a:t>
            </a:r>
            <a:r>
              <a:rPr lang="en-US" sz="2400" dirty="0" smtClean="0">
                <a:solidFill>
                  <a:srgbClr val="FF0000"/>
                </a:solidFill>
              </a:rPr>
              <a:t>mood, thinking and behavior.</a:t>
            </a:r>
          </a:p>
          <a:p>
            <a:pPr marL="349250" lvl="2">
              <a:buFont typeface="Wingdings" pitchFamily="2" charset="2"/>
              <a:buChar char="v"/>
            </a:pPr>
            <a:r>
              <a:rPr lang="en-US" sz="2400" b="1" dirty="0" smtClean="0"/>
              <a:t>Abnormal behavior, or </a:t>
            </a:r>
          </a:p>
          <a:p>
            <a:pPr marL="349250" lvl="2">
              <a:buFont typeface="Wingdings" pitchFamily="2" charset="2"/>
              <a:buChar char="v"/>
            </a:pPr>
            <a:r>
              <a:rPr lang="en-US" sz="2400" b="1" dirty="0" smtClean="0"/>
              <a:t>Mental disorder, or </a:t>
            </a:r>
          </a:p>
          <a:p>
            <a:pPr marL="349250" lvl="2">
              <a:buFont typeface="Wingdings" pitchFamily="2" charset="2"/>
              <a:buChar char="v"/>
            </a:pPr>
            <a:r>
              <a:rPr lang="en-US" sz="2400" b="1" dirty="0" smtClean="0"/>
              <a:t>Maladjustment problem, or</a:t>
            </a:r>
          </a:p>
          <a:p>
            <a:pPr marL="349250" lvl="2">
              <a:buFont typeface="Wingdings" pitchFamily="2" charset="2"/>
              <a:buChar char="v"/>
            </a:pPr>
            <a:r>
              <a:rPr lang="en-GB" sz="2800" dirty="0" smtClean="0">
                <a:solidFill>
                  <a:srgbClr val="4E67C8"/>
                </a:solidFill>
              </a:rPr>
              <a:t>Madness</a:t>
            </a:r>
            <a:endParaRPr lang="en-US" sz="2400" b="1" dirty="0" smtClean="0"/>
          </a:p>
          <a:p>
            <a:pPr marL="349250" lvl="2">
              <a:buFont typeface="Wingdings" pitchFamily="2" charset="2"/>
              <a:buChar char="v"/>
            </a:pPr>
            <a:endParaRPr lang="en-US" sz="2400" dirty="0" smtClean="0">
              <a:solidFill>
                <a:srgbClr val="FF0000"/>
              </a:solidFill>
            </a:endParaRPr>
          </a:p>
          <a:p>
            <a:pPr marL="349250" lvl="2">
              <a:buFont typeface="Wingdings" pitchFamily="2" charset="2"/>
              <a:buChar char="v"/>
            </a:pPr>
            <a:endParaRPr lang="en-US" sz="2400" b="1" dirty="0" smtClean="0"/>
          </a:p>
          <a:p>
            <a:pPr marL="349250" lvl="2">
              <a:buClr>
                <a:srgbClr val="EA157A"/>
              </a:buClr>
              <a:buNone/>
            </a:pPr>
            <a:endParaRPr lang="en-US" sz="2000" b="1" spc="-100" dirty="0" smtClean="0">
              <a:latin typeface="Consolas"/>
            </a:endParaRPr>
          </a:p>
          <a:p>
            <a:pPr marL="349250" lvl="2">
              <a:buClr>
                <a:srgbClr val="EA157A"/>
              </a:buClr>
              <a:buFont typeface="Wingdings" pitchFamily="2" charset="2"/>
              <a:buChar char="Ø"/>
            </a:pPr>
            <a:endParaRPr lang="en-GB" sz="2000" b="1" dirty="0" smtClean="0"/>
          </a:p>
        </p:txBody>
      </p:sp>
      <p:sp>
        <p:nvSpPr>
          <p:cNvPr id="5" name="Date Placeholder 4"/>
          <p:cNvSpPr>
            <a:spLocks noGrp="1"/>
          </p:cNvSpPr>
          <p:nvPr>
            <p:ph type="dt" sz="half" idx="10"/>
          </p:nvPr>
        </p:nvSpPr>
        <p:spPr/>
        <p:txBody>
          <a:bodyPr/>
          <a:lstStyle/>
          <a:p>
            <a:r>
              <a:rPr lang="en-US" smtClean="0">
                <a:solidFill>
                  <a:srgbClr val="D6ECFF"/>
                </a:solidFill>
              </a:rPr>
              <a:t>December, 2008</a:t>
            </a:r>
            <a:endParaRPr lang="en-US">
              <a:solidFill>
                <a:srgbClr val="D6ECFF"/>
              </a:solidFill>
            </a:endParaRPr>
          </a:p>
        </p:txBody>
      </p:sp>
      <p:sp>
        <p:nvSpPr>
          <p:cNvPr id="6" name="Footer Placeholder 5"/>
          <p:cNvSpPr>
            <a:spLocks noGrp="1"/>
          </p:cNvSpPr>
          <p:nvPr>
            <p:ph type="ftr" sz="quarter" idx="11"/>
          </p:nvPr>
        </p:nvSpPr>
        <p:spPr/>
        <p:txBody>
          <a:bodyPr/>
          <a:lstStyle/>
          <a:p>
            <a:r>
              <a:rPr lang="en-US" smtClean="0">
                <a:solidFill>
                  <a:srgbClr val="D6ECFF"/>
                </a:solidFill>
              </a:rPr>
              <a:t>E. W/G</a:t>
            </a:r>
            <a:endParaRPr lang="en-US">
              <a:solidFill>
                <a:srgbClr val="D6ECFF"/>
              </a:solidFill>
            </a:endParaRPr>
          </a:p>
        </p:txBody>
      </p:sp>
    </p:spTree>
    <p:extLst>
      <p:ext uri="{BB962C8B-B14F-4D97-AF65-F5344CB8AC3E}">
        <p14:creationId xmlns="" xmlns:p14="http://schemas.microsoft.com/office/powerpoint/2010/main" val="136963004"/>
      </p:ext>
    </p:extLst>
  </p:cSld>
  <p:clrMapOvr>
    <a:masterClrMapping/>
  </p:clrMapOvr>
  <p:transition spd="slow">
    <p:cover dir="d"/>
    <p:sndAc>
      <p:stSnd>
        <p:snd r:embed="rId3" name="coin.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791" y="228600"/>
            <a:ext cx="8514257" cy="990600"/>
          </a:xfrm>
        </p:spPr>
        <p:txBody>
          <a:bodyPr>
            <a:normAutofit fontScale="90000"/>
          </a:bodyPr>
          <a:lstStyle/>
          <a:p>
            <a:r>
              <a:rPr lang="en-US" sz="3200" b="1" dirty="0" smtClean="0">
                <a:gradFill>
                  <a:gsLst>
                    <a:gs pos="0">
                      <a:prstClr val="black"/>
                    </a:gs>
                    <a:gs pos="40000">
                      <a:prstClr val="black">
                        <a:lumMod val="75000"/>
                        <a:lumOff val="25000"/>
                      </a:prstClr>
                    </a:gs>
                    <a:gs pos="100000">
                      <a:srgbClr val="212745">
                        <a:alpha val="65000"/>
                      </a:srgbClr>
                    </a:gs>
                  </a:gsLst>
                  <a:lin ang="5400000" scaled="0"/>
                </a:gradFill>
                <a:effectLst>
                  <a:reflection blurRad="6350" stA="55000" endA="300" endPos="45500" dir="5400000" sy="-100000" algn="bl" rotWithShape="0"/>
                </a:effectLst>
                <a:latin typeface="Trebuchet MS"/>
              </a:rPr>
              <a:t>Criteria to determine </a:t>
            </a:r>
            <a:r>
              <a:rPr lang="en-US" sz="3200" b="1" dirty="0" smtClean="0">
                <a:solidFill>
                  <a:srgbClr val="4E67C8"/>
                </a:solidFill>
                <a:effectLst>
                  <a:reflection blurRad="6350" stA="55000" endA="300" endPos="45500" dir="5400000" sy="-100000" algn="bl" rotWithShape="0"/>
                </a:effectLst>
                <a:latin typeface="Corbel"/>
              </a:rPr>
              <a:t>Psychological Disorders </a:t>
            </a:r>
            <a:r>
              <a:rPr lang="en-US" sz="2400" b="1" dirty="0" smtClean="0">
                <a:solidFill>
                  <a:srgbClr val="FF0000"/>
                </a:solidFill>
              </a:rPr>
              <a:t>Defining 'Abnormality'</a:t>
            </a:r>
            <a:endParaRPr lang="en-US" sz="3200" b="1" dirty="0">
              <a:solidFill>
                <a:srgbClr val="C00000"/>
              </a:solidFill>
            </a:endParaRPr>
          </a:p>
        </p:txBody>
      </p:sp>
      <p:sp>
        <p:nvSpPr>
          <p:cNvPr id="3" name="Content Placeholder 2"/>
          <p:cNvSpPr>
            <a:spLocks noGrp="1"/>
          </p:cNvSpPr>
          <p:nvPr>
            <p:ph sz="quarter" idx="1"/>
          </p:nvPr>
        </p:nvSpPr>
        <p:spPr>
          <a:xfrm>
            <a:off x="212035" y="1431235"/>
            <a:ext cx="8554013" cy="5426765"/>
          </a:xfrm>
        </p:spPr>
        <p:txBody>
          <a:bodyPr>
            <a:normAutofit fontScale="92500" lnSpcReduction="10000"/>
          </a:bodyPr>
          <a:lstStyle/>
          <a:p>
            <a:pPr algn="just">
              <a:lnSpc>
                <a:spcPct val="150000"/>
              </a:lnSpc>
              <a:buNone/>
            </a:pPr>
            <a:r>
              <a:rPr lang="en-US" sz="2800" b="1" dirty="0"/>
              <a:t>Who is abnormal for you?</a:t>
            </a:r>
          </a:p>
          <a:p>
            <a:pPr lvl="0" algn="just"/>
            <a:r>
              <a:rPr lang="en-US" sz="2400" dirty="0"/>
              <a:t>There is </a:t>
            </a:r>
            <a:r>
              <a:rPr lang="en-US" sz="2400" b="1" dirty="0">
                <a:solidFill>
                  <a:srgbClr val="FF0000"/>
                </a:solidFill>
              </a:rPr>
              <a:t>no one </a:t>
            </a:r>
            <a:r>
              <a:rPr lang="en-US" sz="2400" dirty="0">
                <a:solidFill>
                  <a:srgbClr val="FF0000"/>
                </a:solidFill>
              </a:rPr>
              <a:t>and universally accepted definition of psychological </a:t>
            </a:r>
            <a:r>
              <a:rPr lang="en-US" sz="2400" dirty="0"/>
              <a:t>disorder. </a:t>
            </a:r>
            <a:r>
              <a:rPr lang="en-US" sz="2800" b="1" dirty="0" smtClean="0">
                <a:solidFill>
                  <a:srgbClr val="0070C0"/>
                </a:solidFill>
              </a:rPr>
              <a:t>There are four </a:t>
            </a:r>
            <a:r>
              <a:rPr lang="en-US" sz="2400" dirty="0" smtClean="0"/>
              <a:t>different criteria's to define abnormality in psychology </a:t>
            </a:r>
          </a:p>
          <a:p>
            <a:pPr marL="342900" marR="0" lvl="0" indent="-342900">
              <a:lnSpc>
                <a:spcPct val="150000"/>
              </a:lnSpc>
              <a:spcBef>
                <a:spcPts val="710"/>
              </a:spcBef>
              <a:spcAft>
                <a:spcPts val="0"/>
              </a:spcAft>
              <a:buSzPts val="1200"/>
              <a:buNone/>
              <a:tabLst>
                <a:tab pos="381635" algn="l"/>
              </a:tabLst>
            </a:pPr>
            <a:r>
              <a:rPr lang="en-US" sz="2400" b="1" dirty="0" smtClean="0">
                <a:solidFill>
                  <a:srgbClr val="FF0000"/>
                </a:solidFill>
              </a:rPr>
              <a:t>1. </a:t>
            </a:r>
            <a:r>
              <a:rPr lang="en-US" sz="2600" b="1" spc="-20" dirty="0" smtClean="0">
                <a:solidFill>
                  <a:srgbClr val="FF0000"/>
                </a:solidFill>
                <a:latin typeface="Bookman Old Style"/>
                <a:ea typeface="Times New Roman"/>
                <a:cs typeface="Times New Roman"/>
              </a:rPr>
              <a:t>Abnormality</a:t>
            </a:r>
            <a:r>
              <a:rPr lang="en-US" sz="2600" b="1" spc="-20" dirty="0" smtClean="0">
                <a:latin typeface="Bookman Old Style"/>
                <a:ea typeface="Times New Roman"/>
                <a:cs typeface="Times New Roman"/>
              </a:rPr>
              <a:t> - </a:t>
            </a:r>
            <a:r>
              <a:rPr lang="en-US" sz="2400" b="1" dirty="0" smtClean="0">
                <a:solidFill>
                  <a:srgbClr val="00B050"/>
                </a:solidFill>
              </a:rPr>
              <a:t>Violation of socially accepted expectations.</a:t>
            </a:r>
            <a:r>
              <a:rPr lang="en-US" sz="2400" b="1" dirty="0" smtClean="0">
                <a:solidFill>
                  <a:srgbClr val="FF0000"/>
                </a:solidFill>
              </a:rPr>
              <a:t> </a:t>
            </a:r>
            <a:r>
              <a:rPr lang="en-US" sz="2400" b="1" dirty="0" smtClean="0"/>
              <a:t> </a:t>
            </a:r>
            <a:endParaRPr lang="en-US" sz="2400" b="1" dirty="0" smtClean="0">
              <a:solidFill>
                <a:srgbClr val="FF0000"/>
              </a:solidFill>
            </a:endParaRPr>
          </a:p>
          <a:p>
            <a:pPr algn="just"/>
            <a:r>
              <a:rPr lang="en-US" sz="2400" dirty="0" smtClean="0"/>
              <a:t>According to this definition, abnormal </a:t>
            </a:r>
            <a:r>
              <a:rPr lang="en-US" sz="2400" dirty="0"/>
              <a:t>behavior is a behavior that </a:t>
            </a:r>
            <a:r>
              <a:rPr lang="en-US" sz="2400" b="1" dirty="0">
                <a:solidFill>
                  <a:srgbClr val="FF0000"/>
                </a:solidFill>
              </a:rPr>
              <a:t>deviates</a:t>
            </a:r>
            <a:r>
              <a:rPr lang="en-US" sz="2400" dirty="0"/>
              <a:t> from the </a:t>
            </a:r>
            <a:r>
              <a:rPr lang="en-US" sz="2400" dirty="0" smtClean="0"/>
              <a:t>behavior </a:t>
            </a:r>
            <a:r>
              <a:rPr lang="en-US" sz="2400" dirty="0"/>
              <a:t>of the </a:t>
            </a:r>
            <a:r>
              <a:rPr lang="en-US" sz="2400" dirty="0" smtClean="0"/>
              <a:t>typical person; </a:t>
            </a:r>
            <a:r>
              <a:rPr lang="en-US" sz="2400" dirty="0"/>
              <a:t>the </a:t>
            </a:r>
            <a:r>
              <a:rPr lang="en-US" sz="2400" dirty="0" smtClean="0"/>
              <a:t>norm</a:t>
            </a:r>
          </a:p>
          <a:p>
            <a:pPr algn="just"/>
            <a:r>
              <a:rPr lang="en-GB" sz="2400" dirty="0" smtClean="0">
                <a:solidFill>
                  <a:srgbClr val="0070C0"/>
                </a:solidFill>
                <a:latin typeface="Trebuchet MS"/>
              </a:rPr>
              <a:t>atypical behavior which violets the acceptable social norms in a culture, especially if the violations cannot be attributed to environmental causes and if they make others uncomfortable</a:t>
            </a:r>
            <a:endParaRPr lang="en-US" sz="2000" dirty="0" smtClean="0">
              <a:solidFill>
                <a:srgbClr val="0070C0"/>
              </a:solidFill>
            </a:endParaRPr>
          </a:p>
          <a:p>
            <a:pPr algn="just"/>
            <a:r>
              <a:rPr lang="en-US" sz="2400" dirty="0" smtClean="0"/>
              <a:t>. If a behavior of someone </a:t>
            </a:r>
            <a:r>
              <a:rPr lang="en-US" sz="2400" b="1" dirty="0" smtClean="0">
                <a:solidFill>
                  <a:srgbClr val="FF0000"/>
                </a:solidFill>
              </a:rPr>
              <a:t>violates</a:t>
            </a:r>
            <a:r>
              <a:rPr lang="en-US" sz="2400" dirty="0" smtClean="0"/>
              <a:t> the norm, standards, rules and regulations of the society, he/she is most likely to has a psychological problem</a:t>
            </a:r>
          </a:p>
          <a:p>
            <a:pPr algn="just"/>
            <a:endParaRPr lang="en-US" sz="2400" dirty="0" smtClean="0"/>
          </a:p>
        </p:txBody>
      </p:sp>
    </p:spTree>
    <p:extLst>
      <p:ext uri="{BB962C8B-B14F-4D97-AF65-F5344CB8AC3E}">
        <p14:creationId xmlns="" xmlns:p14="http://schemas.microsoft.com/office/powerpoint/2010/main" val="4147825681"/>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9639" y="175591"/>
            <a:ext cx="8153400" cy="937591"/>
          </a:xfrm>
        </p:spPr>
        <p:txBody>
          <a:bodyPr>
            <a:normAutofit fontScale="90000"/>
          </a:bodyPr>
          <a:lstStyle/>
          <a:p>
            <a:r>
              <a:rPr lang="en-US" sz="2900" b="1" dirty="0" smtClean="0">
                <a:solidFill>
                  <a:srgbClr val="FF0000"/>
                </a:solidFill>
                <a:latin typeface="Gill Sans MT"/>
                <a:ea typeface="+mn-ea"/>
                <a:cs typeface="+mn-cs"/>
              </a:rPr>
              <a:t>2. </a:t>
            </a:r>
            <a:r>
              <a:rPr lang="en-US" sz="2600" b="1" dirty="0" smtClean="0">
                <a:solidFill>
                  <a:srgbClr val="FF0000"/>
                </a:solidFill>
                <a:latin typeface="Gill Sans MT"/>
                <a:ea typeface="+mn-ea"/>
                <a:cs typeface="+mn-cs"/>
              </a:rPr>
              <a:t>Personal Distress</a:t>
            </a:r>
            <a:r>
              <a:rPr lang="en-US" sz="2600" dirty="0" smtClean="0">
                <a:solidFill>
                  <a:srgbClr val="FF0000"/>
                </a:solidFill>
                <a:latin typeface="Gill Sans MT"/>
                <a:ea typeface="+mn-ea"/>
                <a:cs typeface="+mn-cs"/>
              </a:rPr>
              <a:t>: </a:t>
            </a:r>
            <a:r>
              <a:rPr lang="en-US" sz="2800" b="1" dirty="0" smtClean="0">
                <a:solidFill>
                  <a:srgbClr val="7030A0"/>
                </a:solidFill>
              </a:rPr>
              <a:t>physical or psychological pain</a:t>
            </a:r>
            <a:r>
              <a:rPr lang="en-US" sz="2800" dirty="0" smtClean="0">
                <a:solidFill>
                  <a:srgbClr val="7030A0"/>
                </a:solidFill>
              </a:rPr>
              <a:t> </a:t>
            </a:r>
            <a:r>
              <a:rPr lang="en-US" sz="2600" dirty="0" smtClean="0">
                <a:solidFill>
                  <a:srgbClr val="7030A0"/>
                </a:solidFill>
              </a:rPr>
              <a:t>observed on the individual</a:t>
            </a:r>
            <a:endParaRPr lang="en-US" sz="2800" b="1" dirty="0">
              <a:solidFill>
                <a:srgbClr val="C00000"/>
              </a:solidFill>
            </a:endParaRPr>
          </a:p>
        </p:txBody>
      </p:sp>
      <p:sp>
        <p:nvSpPr>
          <p:cNvPr id="3" name="Content Placeholder 2"/>
          <p:cNvSpPr>
            <a:spLocks noGrp="1"/>
          </p:cNvSpPr>
          <p:nvPr>
            <p:ph sz="quarter" idx="1"/>
          </p:nvPr>
        </p:nvSpPr>
        <p:spPr>
          <a:xfrm>
            <a:off x="265043" y="1166191"/>
            <a:ext cx="8719931" cy="5575802"/>
          </a:xfrm>
        </p:spPr>
        <p:txBody>
          <a:bodyPr>
            <a:noAutofit/>
          </a:bodyPr>
          <a:lstStyle/>
          <a:p>
            <a:pPr marL="0" lvl="0" indent="0" algn="just">
              <a:buClr>
                <a:srgbClr val="EA157A"/>
              </a:buClr>
              <a:buFont typeface="Wingdings" pitchFamily="2" charset="2"/>
              <a:buChar char="v"/>
            </a:pPr>
            <a:r>
              <a:rPr lang="en-US" sz="2400" dirty="0" smtClean="0">
                <a:solidFill>
                  <a:srgbClr val="7030A0"/>
                </a:solidFill>
              </a:rPr>
              <a:t>Experiencing</a:t>
            </a:r>
            <a:r>
              <a:rPr lang="en-US" sz="2400" dirty="0" smtClean="0">
                <a:solidFill>
                  <a:srgbClr val="FFFF00"/>
                </a:solidFill>
              </a:rPr>
              <a:t> considerable emotional distress </a:t>
            </a:r>
            <a:r>
              <a:rPr lang="en-US" sz="2400" dirty="0" smtClean="0">
                <a:solidFill>
                  <a:prstClr val="black"/>
                </a:solidFill>
              </a:rPr>
              <a:t>without any life experience that warrants it</a:t>
            </a:r>
          </a:p>
          <a:p>
            <a:pPr marL="0" indent="0" algn="just">
              <a:buClr>
                <a:srgbClr val="EA157A"/>
              </a:buClr>
              <a:buFont typeface="Wingdings" pitchFamily="2" charset="2"/>
              <a:buChar char="v"/>
            </a:pPr>
            <a:r>
              <a:rPr lang="en-US" sz="2400" dirty="0" smtClean="0">
                <a:solidFill>
                  <a:prstClr val="black"/>
                </a:solidFill>
              </a:rPr>
              <a:t>Subjective feelings of </a:t>
            </a:r>
            <a:r>
              <a:rPr lang="en-US" sz="2400" b="1" dirty="0" smtClean="0">
                <a:solidFill>
                  <a:srgbClr val="FF0000"/>
                </a:solidFill>
              </a:rPr>
              <a:t>anxiety, stress, tension </a:t>
            </a:r>
            <a:r>
              <a:rPr lang="en-US" sz="2400" dirty="0" smtClean="0">
                <a:solidFill>
                  <a:prstClr val="black"/>
                </a:solidFill>
              </a:rPr>
              <a:t>and other unpleasant emotions</a:t>
            </a:r>
          </a:p>
          <a:p>
            <a:pPr marL="0" indent="0" algn="just">
              <a:buClr>
                <a:srgbClr val="EA157A"/>
              </a:buClr>
              <a:buFont typeface="Wingdings" pitchFamily="2" charset="2"/>
              <a:buChar char="v"/>
            </a:pPr>
            <a:r>
              <a:rPr lang="en-GB" sz="2400" dirty="0" smtClean="0">
                <a:solidFill>
                  <a:srgbClr val="0070C0"/>
                </a:solidFill>
                <a:latin typeface="Gill Sans MT" pitchFamily="34" charset="0"/>
              </a:rPr>
              <a:t>suffering in one’s own life &amp; seeing the future as extremely bleak</a:t>
            </a:r>
            <a:endParaRPr lang="en-US" sz="2400" dirty="0" smtClean="0">
              <a:solidFill>
                <a:srgbClr val="0070C0"/>
              </a:solidFill>
              <a:latin typeface="Gill Sans MT" pitchFamily="34" charset="0"/>
            </a:endParaRPr>
          </a:p>
          <a:p>
            <a:pPr marL="0" lvl="0" indent="0" algn="just">
              <a:lnSpc>
                <a:spcPct val="110000"/>
              </a:lnSpc>
              <a:buClr>
                <a:srgbClr val="EA157A"/>
              </a:buClr>
              <a:buNone/>
            </a:pPr>
            <a:r>
              <a:rPr lang="en-US" sz="2500" b="1" dirty="0" smtClean="0">
                <a:solidFill>
                  <a:srgbClr val="FF0000"/>
                </a:solidFill>
              </a:rPr>
              <a:t>3. </a:t>
            </a:r>
            <a:r>
              <a:rPr lang="en-US" sz="2500" b="1" dirty="0" err="1" smtClean="0">
                <a:solidFill>
                  <a:srgbClr val="FF0000"/>
                </a:solidFill>
              </a:rPr>
              <a:t>Maladaptiveness</a:t>
            </a:r>
            <a:r>
              <a:rPr lang="en-US" sz="2500" dirty="0" smtClean="0">
                <a:solidFill>
                  <a:srgbClr val="FF0000"/>
                </a:solidFill>
              </a:rPr>
              <a:t>:</a:t>
            </a:r>
            <a:r>
              <a:rPr lang="en-US" sz="2500" dirty="0" smtClean="0">
                <a:solidFill>
                  <a:prstClr val="black"/>
                </a:solidFill>
              </a:rPr>
              <a:t> </a:t>
            </a:r>
            <a:r>
              <a:rPr lang="en-US" sz="2800" dirty="0" smtClean="0">
                <a:solidFill>
                  <a:srgbClr val="7030A0"/>
                </a:solidFill>
              </a:rPr>
              <a:t>reduction of the individual’s normal level of performance or functioning</a:t>
            </a:r>
            <a:r>
              <a:rPr lang="en-US" sz="2400" dirty="0" smtClean="0">
                <a:solidFill>
                  <a:prstClr val="black"/>
                </a:solidFill>
              </a:rPr>
              <a:t>, i.e., washing hands before you eat is normal, but washing hands 100 times is maladaptive</a:t>
            </a:r>
          </a:p>
          <a:p>
            <a:pPr marL="0" indent="0" algn="just">
              <a:lnSpc>
                <a:spcPct val="110000"/>
              </a:lnSpc>
              <a:buClr>
                <a:srgbClr val="EA157A"/>
              </a:buClr>
              <a:buFont typeface="Wingdings" pitchFamily="2" charset="2"/>
              <a:buChar char="v"/>
            </a:pPr>
            <a:r>
              <a:rPr lang="en-GB" sz="2400" dirty="0" smtClean="0">
                <a:solidFill>
                  <a:srgbClr val="0070C0"/>
                </a:solidFill>
                <a:latin typeface="Trebuchet MS"/>
              </a:rPr>
              <a:t> a </a:t>
            </a:r>
            <a:r>
              <a:rPr lang="en-GB" sz="2400" dirty="0" err="1" smtClean="0">
                <a:solidFill>
                  <a:srgbClr val="0070C0"/>
                </a:solidFill>
                <a:latin typeface="Trebuchet MS"/>
              </a:rPr>
              <a:t>behavior</a:t>
            </a:r>
            <a:r>
              <a:rPr lang="en-GB" sz="2400" dirty="0" smtClean="0">
                <a:solidFill>
                  <a:srgbClr val="0070C0"/>
                </a:solidFill>
                <a:latin typeface="Trebuchet MS"/>
              </a:rPr>
              <a:t> that interferes with a person’s ability to function effectively; or dysfunctional behaviour either for an individual or for a societ</a:t>
            </a:r>
            <a:r>
              <a:rPr lang="en-GB" sz="2400" dirty="0" smtClean="0">
                <a:solidFill>
                  <a:prstClr val="black">
                    <a:lumMod val="75000"/>
                    <a:lumOff val="25000"/>
                  </a:prstClr>
                </a:solidFill>
                <a:latin typeface="Trebuchet MS"/>
              </a:rPr>
              <a:t>y (</a:t>
            </a:r>
            <a:r>
              <a:rPr lang="en-US" sz="2400" dirty="0" smtClean="0"/>
              <a:t>creates personal, social, &amp;occupational problem</a:t>
            </a:r>
            <a:r>
              <a:rPr lang="en-GB" sz="2400" dirty="0" smtClean="0">
                <a:solidFill>
                  <a:prstClr val="black">
                    <a:lumMod val="75000"/>
                    <a:lumOff val="25000"/>
                  </a:prstClr>
                </a:solidFill>
                <a:latin typeface="Trebuchet MS"/>
              </a:rPr>
              <a:t>)</a:t>
            </a:r>
            <a:endParaRPr lang="en-US" sz="2400" dirty="0" smtClean="0"/>
          </a:p>
          <a:p>
            <a:pPr marL="0" lvl="0" indent="0" algn="just">
              <a:lnSpc>
                <a:spcPct val="110000"/>
              </a:lnSpc>
              <a:buClr>
                <a:srgbClr val="EA157A"/>
              </a:buClr>
              <a:buNone/>
            </a:pPr>
            <a:endParaRPr lang="en-US" sz="2400" dirty="0" smtClean="0">
              <a:solidFill>
                <a:prstClr val="black"/>
              </a:solidFill>
            </a:endParaRPr>
          </a:p>
          <a:p>
            <a:pPr algn="just">
              <a:lnSpc>
                <a:spcPct val="150000"/>
              </a:lnSpc>
              <a:buNone/>
            </a:pPr>
            <a:endParaRPr lang="en-US" sz="2000" i="1" dirty="0" smtClean="0"/>
          </a:p>
        </p:txBody>
      </p:sp>
    </p:spTree>
    <p:extLst>
      <p:ext uri="{BB962C8B-B14F-4D97-AF65-F5344CB8AC3E}">
        <p14:creationId xmlns="" xmlns:p14="http://schemas.microsoft.com/office/powerpoint/2010/main" val="3191836153"/>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b="1" dirty="0" smtClean="0">
                <a:solidFill>
                  <a:srgbClr val="FF0000"/>
                </a:solidFill>
                <a:latin typeface="Gill Sans MT"/>
                <a:ea typeface="+mn-ea"/>
                <a:cs typeface="+mn-cs"/>
              </a:rPr>
              <a:t>D. Risky (harmful) to self and others</a:t>
            </a:r>
            <a:r>
              <a:rPr lang="en-US" sz="2800" dirty="0" smtClean="0">
                <a:solidFill>
                  <a:prstClr val="black"/>
                </a:solidFill>
                <a:latin typeface="Gill Sans MT"/>
                <a:ea typeface="+mn-ea"/>
                <a:cs typeface="+mn-cs"/>
              </a:rPr>
              <a:t>: </a:t>
            </a:r>
            <a:r>
              <a:rPr lang="en-US" sz="3200" b="1" dirty="0" smtClean="0">
                <a:solidFill>
                  <a:srgbClr val="7030A0"/>
                </a:solidFill>
                <a:latin typeface="Gill Sans MT"/>
                <a:ea typeface="+mn-ea"/>
                <a:cs typeface="+mn-cs"/>
              </a:rPr>
              <a:t>producing any harmful behavior to oneself and/or to others</a:t>
            </a:r>
            <a:endParaRPr lang="en-US" sz="2400" b="1" dirty="0">
              <a:solidFill>
                <a:srgbClr val="7030A0"/>
              </a:solidFill>
            </a:endParaRPr>
          </a:p>
        </p:txBody>
      </p:sp>
      <p:sp>
        <p:nvSpPr>
          <p:cNvPr id="3" name="Content Placeholder 2"/>
          <p:cNvSpPr>
            <a:spLocks noGrp="1"/>
          </p:cNvSpPr>
          <p:nvPr>
            <p:ph sz="quarter" idx="1"/>
          </p:nvPr>
        </p:nvSpPr>
        <p:spPr>
          <a:xfrm>
            <a:off x="198783" y="1364974"/>
            <a:ext cx="8567265" cy="5377020"/>
          </a:xfrm>
        </p:spPr>
        <p:txBody>
          <a:bodyPr>
            <a:normAutofit/>
          </a:bodyPr>
          <a:lstStyle/>
          <a:p>
            <a:pPr algn="just"/>
            <a:r>
              <a:rPr lang="en-US" sz="2400" dirty="0" smtClean="0"/>
              <a:t>Therefore, psychological disorder can be defined as a behavior that is</a:t>
            </a:r>
            <a:r>
              <a:rPr lang="en-US" sz="2400" dirty="0" smtClean="0">
                <a:solidFill>
                  <a:srgbClr val="00B0F0"/>
                </a:solidFill>
              </a:rPr>
              <a:t> deviant, pathological, maladaptive, unfulfilling, self-destructive and self-defeating.</a:t>
            </a:r>
            <a:endParaRPr lang="en-US" sz="2400" dirty="0" smtClean="0"/>
          </a:p>
          <a:p>
            <a:pPr algn="just">
              <a:buNone/>
            </a:pPr>
            <a:r>
              <a:rPr lang="en-US" sz="3200" b="1" dirty="0" smtClean="0">
                <a:solidFill>
                  <a:srgbClr val="C00000"/>
                </a:solidFill>
              </a:rPr>
              <a:t>7.2. Causes of Psychological Disorders</a:t>
            </a:r>
          </a:p>
          <a:p>
            <a:pPr algn="just">
              <a:buNone/>
            </a:pPr>
            <a:r>
              <a:rPr lang="en-US" b="1" dirty="0" smtClean="0">
                <a:solidFill>
                  <a:schemeClr val="accent2">
                    <a:lumMod val="75000"/>
                  </a:schemeClr>
                </a:solidFill>
              </a:rPr>
              <a:t>7.2.1. The biological model</a:t>
            </a:r>
          </a:p>
          <a:p>
            <a:pPr marL="295275" lvl="1" indent="-273050" algn="just"/>
            <a:r>
              <a:rPr lang="en-US" i="1" dirty="0" smtClean="0"/>
              <a:t>anatomical or biochemical </a:t>
            </a:r>
            <a:r>
              <a:rPr lang="en-US" dirty="0" smtClean="0"/>
              <a:t>problems in the brain and body. </a:t>
            </a:r>
          </a:p>
          <a:p>
            <a:pPr marL="396875" lvl="2" algn="just"/>
            <a:r>
              <a:rPr lang="en-US" sz="2400" dirty="0" smtClean="0"/>
              <a:t>imbalance of </a:t>
            </a:r>
            <a:r>
              <a:rPr lang="en-US" sz="2400" dirty="0" smtClean="0"/>
              <a:t>chemicals known as </a:t>
            </a:r>
            <a:r>
              <a:rPr lang="en-US" sz="2400" dirty="0" smtClean="0"/>
              <a:t>neurotransmitters</a:t>
            </a:r>
            <a:r>
              <a:rPr lang="en-US" sz="2400" b="1" dirty="0" smtClean="0">
                <a:solidFill>
                  <a:srgbClr val="FF0000"/>
                </a:solidFill>
              </a:rPr>
              <a:t>(</a:t>
            </a:r>
            <a:r>
              <a:rPr lang="en-US" sz="2400" dirty="0" smtClean="0"/>
              <a:t>dopamine</a:t>
            </a:r>
            <a:r>
              <a:rPr lang="en-US" sz="2400" b="1" dirty="0" smtClean="0">
                <a:solidFill>
                  <a:srgbClr val="FF0000"/>
                </a:solidFill>
              </a:rPr>
              <a:t>)</a:t>
            </a:r>
            <a:r>
              <a:rPr lang="en-US" sz="2400" dirty="0" smtClean="0"/>
              <a:t> </a:t>
            </a:r>
            <a:r>
              <a:rPr lang="en-US" sz="2400" dirty="0" smtClean="0"/>
              <a:t>or hormones, and</a:t>
            </a:r>
          </a:p>
          <a:p>
            <a:pPr marL="396875" lvl="2" algn="just"/>
            <a:r>
              <a:rPr lang="en-US" sz="2400" i="1" dirty="0" smtClean="0"/>
              <a:t>genetic inheritance of abnormalities, </a:t>
            </a:r>
          </a:p>
          <a:p>
            <a:pPr marL="396875" lvl="2" algn="just"/>
            <a:r>
              <a:rPr lang="en-US" sz="2400" i="1" dirty="0" smtClean="0"/>
              <a:t>or viral </a:t>
            </a:r>
            <a:r>
              <a:rPr lang="en-US" sz="2400" i="1" dirty="0" smtClean="0"/>
              <a:t>infections</a:t>
            </a:r>
            <a:r>
              <a:rPr lang="en-US" sz="2400" i="1" dirty="0" smtClean="0"/>
              <a:t> </a:t>
            </a:r>
            <a:r>
              <a:rPr lang="en-US" sz="2400" dirty="0" smtClean="0"/>
              <a:t>mediate mood and </a:t>
            </a:r>
            <a:r>
              <a:rPr lang="en-US" sz="2400" dirty="0" smtClean="0"/>
              <a:t>behavior</a:t>
            </a:r>
            <a:endParaRPr lang="en-US" sz="2400" i="1" dirty="0" smtClean="0"/>
          </a:p>
        </p:txBody>
      </p:sp>
    </p:spTree>
    <p:extLst>
      <p:ext uri="{BB962C8B-B14F-4D97-AF65-F5344CB8AC3E}">
        <p14:creationId xmlns="" xmlns:p14="http://schemas.microsoft.com/office/powerpoint/2010/main" val="2550684710"/>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down)">
                                      <p:cBhvr>
                                        <p:cTn id="20" dur="500"/>
                                        <p:tgtEl>
                                          <p:spTgt spid="3">
                                            <p:txEl>
                                              <p:pRg st="3" end="3"/>
                                            </p:txEl>
                                          </p:spTgt>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down)">
                                      <p:cBhvr>
                                        <p:cTn id="23" dur="500"/>
                                        <p:tgtEl>
                                          <p:spTgt spid="3">
                                            <p:txEl>
                                              <p:pRg st="4" end="4"/>
                                            </p:txEl>
                                          </p:spTgt>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down)">
                                      <p:cBhvr>
                                        <p:cTn id="26" dur="500"/>
                                        <p:tgtEl>
                                          <p:spTgt spid="3">
                                            <p:txEl>
                                              <p:pRg st="5" end="5"/>
                                            </p:txEl>
                                          </p:spTgt>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wipe(down)">
                                      <p:cBhvr>
                                        <p:cTn id="2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7463"/>
            <a:ext cx="8153400" cy="990600"/>
          </a:xfrm>
        </p:spPr>
        <p:txBody>
          <a:bodyPr>
            <a:normAutofit/>
          </a:bodyPr>
          <a:lstStyle/>
          <a:p>
            <a:pPr algn="just"/>
            <a:r>
              <a:rPr lang="en-US" sz="2800" b="1" dirty="0" smtClean="0"/>
              <a:t>7.2.2. Psychological </a:t>
            </a:r>
            <a:r>
              <a:rPr lang="en-US" sz="2800" b="1" dirty="0"/>
              <a:t>Perspectives </a:t>
            </a:r>
          </a:p>
        </p:txBody>
      </p:sp>
      <p:sp>
        <p:nvSpPr>
          <p:cNvPr id="3" name="Content Placeholder 2"/>
          <p:cNvSpPr>
            <a:spLocks noGrp="1"/>
          </p:cNvSpPr>
          <p:nvPr>
            <p:ph sz="quarter" idx="1"/>
          </p:nvPr>
        </p:nvSpPr>
        <p:spPr>
          <a:xfrm>
            <a:off x="198783" y="1501254"/>
            <a:ext cx="8719930" cy="4594746"/>
          </a:xfrm>
        </p:spPr>
        <p:txBody>
          <a:bodyPr>
            <a:normAutofit/>
          </a:bodyPr>
          <a:lstStyle/>
          <a:p>
            <a:r>
              <a:rPr lang="en-US" b="1" i="1" dirty="0"/>
              <a:t>Psychoanalytic perspective </a:t>
            </a:r>
            <a:endParaRPr lang="en-US" b="1" i="1" dirty="0" smtClean="0"/>
          </a:p>
          <a:p>
            <a:pPr marL="295275" lvl="1" indent="-273050"/>
            <a:r>
              <a:rPr lang="en-US" dirty="0" smtClean="0"/>
              <a:t> early childhood experiences and unresolved, unconscious sexual or aggressive conflicts.</a:t>
            </a:r>
            <a:endParaRPr lang="en-US" sz="3100" dirty="0"/>
          </a:p>
          <a:p>
            <a:pPr marL="295275" lvl="1" indent="-273050" algn="just"/>
            <a:r>
              <a:rPr lang="en-US" dirty="0" smtClean="0"/>
              <a:t>Abnormal </a:t>
            </a:r>
            <a:r>
              <a:rPr lang="en-US" dirty="0"/>
              <a:t>behavior is caused by the </a:t>
            </a:r>
            <a:r>
              <a:rPr lang="en-US" dirty="0">
                <a:solidFill>
                  <a:srgbClr val="FF0000"/>
                </a:solidFill>
              </a:rPr>
              <a:t>Ego's inability to manage the conflicts </a:t>
            </a:r>
            <a:r>
              <a:rPr lang="en-US" dirty="0"/>
              <a:t>between the opposing demands of the </a:t>
            </a:r>
            <a:r>
              <a:rPr lang="en-US" dirty="0">
                <a:solidFill>
                  <a:srgbClr val="FF0000"/>
                </a:solidFill>
              </a:rPr>
              <a:t>Id and the Superego. </a:t>
            </a:r>
            <a:endParaRPr lang="en-US" dirty="0" smtClean="0">
              <a:solidFill>
                <a:srgbClr val="FF0000"/>
              </a:solidFill>
            </a:endParaRPr>
          </a:p>
          <a:p>
            <a:pPr marL="295275" lvl="1" indent="-273050" algn="just"/>
            <a:r>
              <a:rPr lang="en-US" dirty="0" smtClean="0"/>
              <a:t>How </a:t>
            </a:r>
            <a:r>
              <a:rPr lang="en-US" dirty="0"/>
              <a:t>people resolve emotional conflicts during childhood affects their thoughts and behaviors for the rest of their lives. </a:t>
            </a:r>
          </a:p>
          <a:p>
            <a:endParaRPr lang="en-US" dirty="0"/>
          </a:p>
          <a:p>
            <a:endParaRPr lang="en-US" dirty="0"/>
          </a:p>
        </p:txBody>
      </p:sp>
    </p:spTree>
    <p:extLst>
      <p:ext uri="{BB962C8B-B14F-4D97-AF65-F5344CB8AC3E}">
        <p14:creationId xmlns="" xmlns:p14="http://schemas.microsoft.com/office/powerpoint/2010/main" val="544489083"/>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2800" b="1" dirty="0"/>
              <a:t>Psychological </a:t>
            </a:r>
            <a:r>
              <a:rPr lang="en-US" sz="2800" b="1" dirty="0" smtClean="0"/>
              <a:t>Perspectives (contd.) </a:t>
            </a:r>
            <a:endParaRPr lang="en-US" sz="2800" b="1" dirty="0"/>
          </a:p>
        </p:txBody>
      </p:sp>
      <p:sp>
        <p:nvSpPr>
          <p:cNvPr id="3" name="Content Placeholder 2"/>
          <p:cNvSpPr>
            <a:spLocks noGrp="1"/>
          </p:cNvSpPr>
          <p:nvPr>
            <p:ph sz="quarter" idx="1"/>
          </p:nvPr>
        </p:nvSpPr>
        <p:spPr>
          <a:xfrm>
            <a:off x="122831" y="1600200"/>
            <a:ext cx="8789158" cy="5141794"/>
          </a:xfrm>
        </p:spPr>
        <p:txBody>
          <a:bodyPr>
            <a:normAutofit/>
          </a:bodyPr>
          <a:lstStyle/>
          <a:p>
            <a:pPr algn="just"/>
            <a:r>
              <a:rPr lang="en-US" b="1" i="1" dirty="0" smtClean="0">
                <a:solidFill>
                  <a:schemeClr val="accent2">
                    <a:lumMod val="75000"/>
                  </a:schemeClr>
                </a:solidFill>
              </a:rPr>
              <a:t>Learning perspective </a:t>
            </a:r>
            <a:r>
              <a:rPr lang="en-US" b="1" dirty="0" smtClean="0">
                <a:solidFill>
                  <a:schemeClr val="accent2">
                    <a:lumMod val="75000"/>
                  </a:schemeClr>
                </a:solidFill>
              </a:rPr>
              <a:t>/ Behavioral Model </a:t>
            </a:r>
            <a:r>
              <a:rPr lang="en-US" b="1" i="1" dirty="0" smtClean="0">
                <a:solidFill>
                  <a:schemeClr val="accent2">
                    <a:lumMod val="75000"/>
                  </a:schemeClr>
                </a:solidFill>
              </a:rPr>
              <a:t>/ </a:t>
            </a:r>
            <a:endParaRPr lang="en-US" b="1" dirty="0" smtClean="0">
              <a:solidFill>
                <a:schemeClr val="accent2">
                  <a:lumMod val="75000"/>
                </a:schemeClr>
              </a:solidFill>
            </a:endParaRPr>
          </a:p>
          <a:p>
            <a:pPr lvl="1" algn="just"/>
            <a:r>
              <a:rPr lang="en-US" sz="2800" dirty="0"/>
              <a:t>Most emotional and </a:t>
            </a:r>
            <a:r>
              <a:rPr lang="en-US" sz="2800" dirty="0">
                <a:solidFill>
                  <a:srgbClr val="FF0000"/>
                </a:solidFill>
              </a:rPr>
              <a:t>mental disorders arise from inadequate or inappropriate learning</a:t>
            </a:r>
            <a:r>
              <a:rPr lang="en-US" sz="2800" dirty="0"/>
              <a:t>. </a:t>
            </a:r>
            <a:endParaRPr lang="en-US" sz="2800" dirty="0" smtClean="0"/>
          </a:p>
          <a:p>
            <a:pPr lvl="1" algn="just"/>
            <a:r>
              <a:rPr lang="en-US" sz="2800" dirty="0" smtClean="0"/>
              <a:t>People </a:t>
            </a:r>
            <a:r>
              <a:rPr lang="en-US" sz="2800" dirty="0"/>
              <a:t>acquire abnormal behaviors through the kinds of learning or imitation.</a:t>
            </a:r>
          </a:p>
          <a:p>
            <a:pPr lvl="2" algn="just"/>
            <a:r>
              <a:rPr lang="en-US" sz="2800" i="1" dirty="0" smtClean="0"/>
              <a:t>classical conditioning, </a:t>
            </a:r>
          </a:p>
          <a:p>
            <a:pPr lvl="2" algn="just"/>
            <a:r>
              <a:rPr lang="en-US" sz="2800" i="1" dirty="0" smtClean="0"/>
              <a:t>operant conditioning, </a:t>
            </a:r>
            <a:r>
              <a:rPr lang="en-US" sz="2800" dirty="0" smtClean="0"/>
              <a:t>and </a:t>
            </a:r>
          </a:p>
          <a:p>
            <a:pPr lvl="2" algn="just"/>
            <a:r>
              <a:rPr lang="en-US" sz="2800" i="1" dirty="0" smtClean="0"/>
              <a:t>modeling—account for all behavior, whether normal or dysfunctional</a:t>
            </a:r>
          </a:p>
          <a:p>
            <a:pPr lvl="2"/>
            <a:endParaRPr lang="en-US" i="1" dirty="0" smtClean="0"/>
          </a:p>
        </p:txBody>
      </p:sp>
    </p:spTree>
    <p:extLst>
      <p:ext uri="{BB962C8B-B14F-4D97-AF65-F5344CB8AC3E}">
        <p14:creationId xmlns="" xmlns:p14="http://schemas.microsoft.com/office/powerpoint/2010/main" val="3483528371"/>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down)">
                                      <p:cBhvr>
                                        <p:cTn id="19" dur="500"/>
                                        <p:tgtEl>
                                          <p:spTgt spid="3">
                                            <p:txEl>
                                              <p:pRg st="4" end="4"/>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down)">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1586552"/>
            <a:ext cx="8748215" cy="5032612"/>
          </a:xfrm>
        </p:spPr>
        <p:txBody>
          <a:bodyPr>
            <a:normAutofit/>
          </a:bodyPr>
          <a:lstStyle/>
          <a:p>
            <a:pPr lvl="1" algn="just"/>
            <a:r>
              <a:rPr lang="en-US" b="1" dirty="0" smtClean="0">
                <a:solidFill>
                  <a:schemeClr val="accent2">
                    <a:lumMod val="75000"/>
                  </a:schemeClr>
                </a:solidFill>
              </a:rPr>
              <a:t>Cognitive </a:t>
            </a:r>
            <a:r>
              <a:rPr lang="en-US" b="1" dirty="0">
                <a:solidFill>
                  <a:schemeClr val="accent2">
                    <a:lumMod val="75000"/>
                  </a:schemeClr>
                </a:solidFill>
              </a:rPr>
              <a:t>perspective </a:t>
            </a:r>
            <a:endParaRPr lang="en-US" b="1" dirty="0" smtClean="0">
              <a:solidFill>
                <a:schemeClr val="accent2">
                  <a:lumMod val="75000"/>
                </a:schemeClr>
              </a:solidFill>
            </a:endParaRPr>
          </a:p>
          <a:p>
            <a:pPr lvl="1" algn="just">
              <a:lnSpc>
                <a:spcPct val="150000"/>
              </a:lnSpc>
            </a:pPr>
            <a:r>
              <a:rPr lang="en-US" dirty="0" smtClean="0">
                <a:solidFill>
                  <a:srgbClr val="FF0000"/>
                </a:solidFill>
              </a:rPr>
              <a:t>Self-defeating</a:t>
            </a:r>
            <a:r>
              <a:rPr lang="en-US" dirty="0" smtClean="0"/>
              <a:t> </a:t>
            </a:r>
            <a:r>
              <a:rPr lang="en-US" dirty="0" smtClean="0">
                <a:solidFill>
                  <a:srgbClr val="FF0000"/>
                </a:solidFill>
              </a:rPr>
              <a:t>thoughts</a:t>
            </a:r>
            <a:r>
              <a:rPr lang="en-US" dirty="0" smtClean="0"/>
              <a:t> lead to the development of negative emotions and self-destructive behaviors. </a:t>
            </a:r>
          </a:p>
          <a:p>
            <a:pPr lvl="1" algn="just">
              <a:lnSpc>
                <a:spcPct val="150000"/>
              </a:lnSpc>
            </a:pPr>
            <a:r>
              <a:rPr lang="en-US" dirty="0" smtClean="0"/>
              <a:t>People's way of  </a:t>
            </a:r>
            <a:r>
              <a:rPr lang="en-US" dirty="0" smtClean="0">
                <a:solidFill>
                  <a:srgbClr val="FF0000"/>
                </a:solidFill>
              </a:rPr>
              <a:t>thinking</a:t>
            </a:r>
            <a:r>
              <a:rPr lang="en-US" dirty="0" smtClean="0"/>
              <a:t> about events in their life determines their emotional and behavioral patterns.  </a:t>
            </a:r>
          </a:p>
          <a:p>
            <a:pPr lvl="1" algn="just">
              <a:lnSpc>
                <a:spcPct val="150000"/>
              </a:lnSpc>
            </a:pPr>
            <a:r>
              <a:rPr lang="en-US" dirty="0"/>
              <a:t>our thinking patterns in one way or another affects our emotional and behavioral wellbeing in either positive or negative ways</a:t>
            </a:r>
            <a:endParaRPr lang="en-US" sz="2800" dirty="0" smtClean="0"/>
          </a:p>
        </p:txBody>
      </p:sp>
      <p:sp>
        <p:nvSpPr>
          <p:cNvPr id="4" name="Title 1"/>
          <p:cNvSpPr>
            <a:spLocks noGrp="1"/>
          </p:cNvSpPr>
          <p:nvPr>
            <p:ph type="title"/>
          </p:nvPr>
        </p:nvSpPr>
        <p:spPr>
          <a:xfrm>
            <a:off x="612648" y="228600"/>
            <a:ext cx="8153400" cy="990600"/>
          </a:xfrm>
        </p:spPr>
        <p:txBody>
          <a:bodyPr>
            <a:normAutofit/>
          </a:bodyPr>
          <a:lstStyle/>
          <a:p>
            <a:pPr algn="just"/>
            <a:r>
              <a:rPr lang="en-US" sz="2800" b="1" dirty="0"/>
              <a:t>Psychological </a:t>
            </a:r>
            <a:r>
              <a:rPr lang="en-US" sz="2800" b="1" dirty="0" smtClean="0"/>
              <a:t>Perspectives (contd.) </a:t>
            </a:r>
            <a:endParaRPr lang="en-US" sz="2800" b="1" dirty="0"/>
          </a:p>
        </p:txBody>
      </p:sp>
    </p:spTree>
    <p:extLst>
      <p:ext uri="{BB962C8B-B14F-4D97-AF65-F5344CB8AC3E}">
        <p14:creationId xmlns="" xmlns:p14="http://schemas.microsoft.com/office/powerpoint/2010/main" val="353527271"/>
      </p:ext>
    </p:extLst>
  </p:cSld>
  <p:clrMapOvr>
    <a:masterClrMapping/>
  </p:clrMapOvr>
  <p:transition>
    <p:cove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683026"/>
            <a:ext cx="8570430" cy="4795112"/>
          </a:xfrm>
        </p:spPr>
        <p:txBody>
          <a:bodyPr/>
          <a:lstStyle/>
          <a:p>
            <a:r>
              <a:rPr lang="en-US" sz="2800" b="1" dirty="0" smtClean="0">
                <a:solidFill>
                  <a:srgbClr val="7030A0"/>
                </a:solidFill>
              </a:rPr>
              <a:t>Psychological disorders</a:t>
            </a:r>
          </a:p>
          <a:p>
            <a:r>
              <a:rPr lang="en-US" sz="2400" b="1" dirty="0" smtClean="0"/>
              <a:t>There are so many psychological disorders identified.  For the sake of introduction we only discuss the following </a:t>
            </a:r>
            <a:endParaRPr lang="en-US" sz="2800" dirty="0" smtClean="0"/>
          </a:p>
          <a:p>
            <a:pPr lvl="1"/>
            <a:r>
              <a:rPr lang="en-US" b="1" dirty="0">
                <a:solidFill>
                  <a:srgbClr val="0070C0"/>
                </a:solidFill>
              </a:rPr>
              <a:t>Mood Disorders</a:t>
            </a:r>
          </a:p>
          <a:p>
            <a:pPr lvl="1"/>
            <a:r>
              <a:rPr lang="en-US" b="1" dirty="0">
                <a:solidFill>
                  <a:srgbClr val="0070C0"/>
                </a:solidFill>
              </a:rPr>
              <a:t>Anxiety Disorders</a:t>
            </a:r>
          </a:p>
          <a:p>
            <a:pPr lvl="1"/>
            <a:r>
              <a:rPr lang="en-US" b="1" dirty="0" smtClean="0">
                <a:solidFill>
                  <a:srgbClr val="0070C0"/>
                </a:solidFill>
              </a:rPr>
              <a:t>Personality </a:t>
            </a:r>
            <a:r>
              <a:rPr lang="en-US" b="1" dirty="0">
                <a:solidFill>
                  <a:srgbClr val="0070C0"/>
                </a:solidFill>
              </a:rPr>
              <a:t>Disorders</a:t>
            </a:r>
          </a:p>
          <a:p>
            <a:pPr>
              <a:buNone/>
            </a:pPr>
            <a:endParaRPr lang="en-US" dirty="0"/>
          </a:p>
        </p:txBody>
      </p:sp>
      <p:sp>
        <p:nvSpPr>
          <p:cNvPr id="2" name="Rectangle 1"/>
          <p:cNvSpPr/>
          <p:nvPr/>
        </p:nvSpPr>
        <p:spPr>
          <a:xfrm>
            <a:off x="936889" y="569373"/>
            <a:ext cx="6992459" cy="523220"/>
          </a:xfrm>
          <a:prstGeom prst="rect">
            <a:avLst/>
          </a:prstGeom>
        </p:spPr>
        <p:txBody>
          <a:bodyPr wrap="square">
            <a:spAutoFit/>
          </a:bodyPr>
          <a:lstStyle/>
          <a:p>
            <a:r>
              <a:rPr lang="en-US" sz="2800" b="1" dirty="0" smtClean="0">
                <a:solidFill>
                  <a:srgbClr val="000000"/>
                </a:solidFill>
                <a:latin typeface="Times New Roman" panose="02020603050405020304" pitchFamily="18" charset="0"/>
              </a:rPr>
              <a:t>7.3. Types </a:t>
            </a:r>
            <a:r>
              <a:rPr lang="en-US" sz="2800" b="1" dirty="0">
                <a:solidFill>
                  <a:srgbClr val="000000"/>
                </a:solidFill>
                <a:latin typeface="Times New Roman" panose="02020603050405020304" pitchFamily="18" charset="0"/>
              </a:rPr>
              <a:t>of Psychological Disorders </a:t>
            </a:r>
            <a:endParaRPr lang="en-US" sz="2800" dirty="0"/>
          </a:p>
        </p:txBody>
      </p:sp>
    </p:spTree>
    <p:extLst>
      <p:ext uri="{BB962C8B-B14F-4D97-AF65-F5344CB8AC3E}">
        <p14:creationId xmlns="" xmlns:p14="http://schemas.microsoft.com/office/powerpoint/2010/main" val="4187579402"/>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4"/>
          <p:cNvSpPr>
            <a:spLocks noGrp="1" noChangeArrowheads="1"/>
          </p:cNvSpPr>
          <p:nvPr>
            <p:ph type="title"/>
          </p:nvPr>
        </p:nvSpPr>
        <p:spPr>
          <a:xfrm>
            <a:off x="612648" y="457200"/>
            <a:ext cx="8153400" cy="533400"/>
          </a:xfrm>
        </p:spPr>
        <p:txBody>
          <a:bodyPr>
            <a:normAutofit fontScale="90000"/>
          </a:bodyPr>
          <a:lstStyle/>
          <a:p>
            <a:r>
              <a:rPr lang="en-US" altLang="en-US" sz="4000" b="1" dirty="0" smtClean="0">
                <a:solidFill>
                  <a:schemeClr val="accent2">
                    <a:lumMod val="75000"/>
                  </a:schemeClr>
                </a:solidFill>
                <a:latin typeface="+mn-lt"/>
              </a:rPr>
              <a:t/>
            </a:r>
            <a:br>
              <a:rPr lang="en-US" altLang="en-US" sz="4000" b="1" dirty="0" smtClean="0">
                <a:solidFill>
                  <a:schemeClr val="accent2">
                    <a:lumMod val="75000"/>
                  </a:schemeClr>
                </a:solidFill>
                <a:latin typeface="+mn-lt"/>
              </a:rPr>
            </a:br>
            <a:r>
              <a:rPr lang="en-US" altLang="en-US" sz="4000" b="1" dirty="0" smtClean="0">
                <a:solidFill>
                  <a:schemeClr val="accent2">
                    <a:lumMod val="75000"/>
                  </a:schemeClr>
                </a:solidFill>
                <a:latin typeface="+mn-lt"/>
              </a:rPr>
              <a:t>1. Mood Disorders</a:t>
            </a:r>
            <a:br>
              <a:rPr lang="en-US" altLang="en-US" sz="4000" b="1" dirty="0" smtClean="0">
                <a:solidFill>
                  <a:schemeClr val="accent2">
                    <a:lumMod val="75000"/>
                  </a:schemeClr>
                </a:solidFill>
                <a:latin typeface="+mn-lt"/>
              </a:rPr>
            </a:br>
            <a:endParaRPr lang="en-US" altLang="en-US" sz="4000" b="1" dirty="0">
              <a:solidFill>
                <a:schemeClr val="accent2">
                  <a:lumMod val="75000"/>
                </a:schemeClr>
              </a:solidFill>
              <a:latin typeface="+mn-lt"/>
            </a:endParaRPr>
          </a:p>
        </p:txBody>
      </p:sp>
      <p:sp>
        <p:nvSpPr>
          <p:cNvPr id="51205" name="Rectangle 5"/>
          <p:cNvSpPr>
            <a:spLocks noGrp="1" noChangeArrowheads="1"/>
          </p:cNvSpPr>
          <p:nvPr>
            <p:ph type="body" idx="1"/>
          </p:nvPr>
        </p:nvSpPr>
        <p:spPr>
          <a:xfrm>
            <a:off x="251791" y="1600199"/>
            <a:ext cx="8514257" cy="4866861"/>
          </a:xfrm>
        </p:spPr>
        <p:txBody>
          <a:bodyPr>
            <a:normAutofit/>
          </a:bodyPr>
          <a:lstStyle/>
          <a:p>
            <a:pPr algn="just"/>
            <a:r>
              <a:rPr lang="en-US" dirty="0" smtClean="0"/>
              <a:t>prolonged and disturbed emotional state that affects almost all of a person’s thoughts, feelings, and behaviors.</a:t>
            </a:r>
            <a:endParaRPr lang="en-US" altLang="en-US" dirty="0" smtClean="0"/>
          </a:p>
          <a:p>
            <a:pPr algn="just"/>
            <a:r>
              <a:rPr lang="en-US" altLang="en-US" dirty="0" smtClean="0"/>
              <a:t>Psychological disorders involving </a:t>
            </a:r>
            <a:r>
              <a:rPr lang="en-US" altLang="en-US" dirty="0" smtClean="0">
                <a:solidFill>
                  <a:schemeClr val="accent2"/>
                </a:solidFill>
              </a:rPr>
              <a:t>depression</a:t>
            </a:r>
            <a:r>
              <a:rPr lang="en-US" altLang="en-US" dirty="0" smtClean="0"/>
              <a:t> and or </a:t>
            </a:r>
            <a:r>
              <a:rPr lang="en-US" altLang="en-US" dirty="0" smtClean="0">
                <a:solidFill>
                  <a:schemeClr val="accent2"/>
                </a:solidFill>
              </a:rPr>
              <a:t>abnormal elation</a:t>
            </a:r>
          </a:p>
          <a:p>
            <a:pPr lvl="0" algn="just">
              <a:buClr>
                <a:srgbClr val="EA157A"/>
              </a:buClr>
            </a:pPr>
            <a:r>
              <a:rPr lang="en-US" sz="2400" dirty="0" smtClean="0">
                <a:solidFill>
                  <a:prstClr val="black"/>
                </a:solidFill>
              </a:rPr>
              <a:t>Depressive disorder is characterized by overall feelings of </a:t>
            </a:r>
            <a:r>
              <a:rPr lang="en-US" sz="2400" b="1" dirty="0" smtClean="0">
                <a:solidFill>
                  <a:prstClr val="black"/>
                </a:solidFill>
              </a:rPr>
              <a:t>desperation and inactivity. </a:t>
            </a:r>
          </a:p>
          <a:p>
            <a:pPr lvl="0" algn="just">
              <a:buClr>
                <a:srgbClr val="EA157A"/>
              </a:buClr>
            </a:pPr>
            <a:r>
              <a:rPr lang="en-US" sz="2400" dirty="0" smtClean="0">
                <a:solidFill>
                  <a:prstClr val="black"/>
                </a:solidFill>
              </a:rPr>
              <a:t>Elevated moods are characterized by </a:t>
            </a:r>
            <a:r>
              <a:rPr lang="en-US" sz="2400" b="1" dirty="0" smtClean="0">
                <a:solidFill>
                  <a:prstClr val="black"/>
                </a:solidFill>
              </a:rPr>
              <a:t>mania or hypomania. </a:t>
            </a:r>
          </a:p>
          <a:p>
            <a:pPr lvl="0" algn="just">
              <a:buClr>
                <a:srgbClr val="EA157A"/>
              </a:buClr>
            </a:pPr>
            <a:r>
              <a:rPr lang="en-US" sz="2400" dirty="0" smtClean="0">
                <a:solidFill>
                  <a:prstClr val="black"/>
                </a:solidFill>
              </a:rPr>
              <a:t>The cycling between both depressed and manic moods is characteristic of </a:t>
            </a:r>
            <a:r>
              <a:rPr lang="en-US" sz="2400" b="1" dirty="0" smtClean="0">
                <a:solidFill>
                  <a:prstClr val="black"/>
                </a:solidFill>
              </a:rPr>
              <a:t>bipolar mood disorders</a:t>
            </a:r>
            <a:r>
              <a:rPr lang="en-US" sz="2400" dirty="0" smtClean="0">
                <a:solidFill>
                  <a:prstClr val="black"/>
                </a:solidFill>
              </a:rPr>
              <a:t>.</a:t>
            </a:r>
            <a:endParaRPr lang="en-US" altLang="en-US" dirty="0">
              <a:solidFill>
                <a:schemeClr val="accent2"/>
              </a:solidFill>
            </a:endParaRPr>
          </a:p>
        </p:txBody>
      </p:sp>
    </p:spTree>
    <p:extLst>
      <p:ext uri="{BB962C8B-B14F-4D97-AF65-F5344CB8AC3E}">
        <p14:creationId xmlns="" xmlns:p14="http://schemas.microsoft.com/office/powerpoint/2010/main" val="3596584564"/>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1205">
                                            <p:txEl>
                                              <p:pRg st="0" end="0"/>
                                            </p:txEl>
                                          </p:spTgt>
                                        </p:tgtEl>
                                        <p:attrNameLst>
                                          <p:attrName>style.visibility</p:attrName>
                                        </p:attrNameLst>
                                      </p:cBhvr>
                                      <p:to>
                                        <p:strVal val="visible"/>
                                      </p:to>
                                    </p:set>
                                    <p:animEffect transition="in" filter="wipe(down)">
                                      <p:cBhvr>
                                        <p:cTn id="7" dur="500"/>
                                        <p:tgtEl>
                                          <p:spTgt spid="51205">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1205">
                                            <p:txEl>
                                              <p:pRg st="1" end="1"/>
                                            </p:txEl>
                                          </p:spTgt>
                                        </p:tgtEl>
                                        <p:attrNameLst>
                                          <p:attrName>style.visibility</p:attrName>
                                        </p:attrNameLst>
                                      </p:cBhvr>
                                      <p:to>
                                        <p:strVal val="visible"/>
                                      </p:to>
                                    </p:set>
                                    <p:animEffect transition="in" filter="wipe(down)">
                                      <p:cBhvr>
                                        <p:cTn id="10" dur="500"/>
                                        <p:tgtEl>
                                          <p:spTgt spid="51205">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1205">
                                            <p:txEl>
                                              <p:pRg st="2" end="2"/>
                                            </p:txEl>
                                          </p:spTgt>
                                        </p:tgtEl>
                                        <p:attrNameLst>
                                          <p:attrName>style.visibility</p:attrName>
                                        </p:attrNameLst>
                                      </p:cBhvr>
                                      <p:to>
                                        <p:strVal val="visible"/>
                                      </p:to>
                                    </p:set>
                                    <p:animEffect transition="in" filter="wipe(down)">
                                      <p:cBhvr>
                                        <p:cTn id="13" dur="500"/>
                                        <p:tgtEl>
                                          <p:spTgt spid="51205">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1205">
                                            <p:txEl>
                                              <p:pRg st="3" end="3"/>
                                            </p:txEl>
                                          </p:spTgt>
                                        </p:tgtEl>
                                        <p:attrNameLst>
                                          <p:attrName>style.visibility</p:attrName>
                                        </p:attrNameLst>
                                      </p:cBhvr>
                                      <p:to>
                                        <p:strVal val="visible"/>
                                      </p:to>
                                    </p:set>
                                    <p:animEffect transition="in" filter="wipe(down)">
                                      <p:cBhvr>
                                        <p:cTn id="16" dur="500"/>
                                        <p:tgtEl>
                                          <p:spTgt spid="51205">
                                            <p:txEl>
                                              <p:pRg st="3" end="3"/>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51205">
                                            <p:txEl>
                                              <p:pRg st="4" end="4"/>
                                            </p:txEl>
                                          </p:spTgt>
                                        </p:tgtEl>
                                        <p:attrNameLst>
                                          <p:attrName>style.visibility</p:attrName>
                                        </p:attrNameLst>
                                      </p:cBhvr>
                                      <p:to>
                                        <p:strVal val="visible"/>
                                      </p:to>
                                    </p:set>
                                    <p:animEffect transition="in" filter="wipe(down)">
                                      <p:cBhvr>
                                        <p:cTn id="19" dur="500"/>
                                        <p:tgtEl>
                                          <p:spTgt spid="5120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5" grpId="0"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72955" y="1600199"/>
            <a:ext cx="8639033" cy="5065643"/>
          </a:xfrm>
        </p:spPr>
        <p:txBody>
          <a:bodyPr>
            <a:normAutofit fontScale="92500"/>
          </a:bodyPr>
          <a:lstStyle/>
          <a:p>
            <a:pPr algn="just">
              <a:lnSpc>
                <a:spcPct val="150000"/>
              </a:lnSpc>
            </a:pPr>
            <a:r>
              <a:rPr lang="en-US" sz="2600" dirty="0" smtClean="0"/>
              <a:t>An affective disorder characterized by episodes of </a:t>
            </a:r>
            <a:r>
              <a:rPr lang="en-US" sz="2600" i="1" dirty="0" smtClean="0">
                <a:solidFill>
                  <a:srgbClr val="FF0000"/>
                </a:solidFill>
              </a:rPr>
              <a:t>deep unhappiness, loss of interest in life and other symptoms</a:t>
            </a:r>
            <a:r>
              <a:rPr lang="en-US" sz="2600" i="1" dirty="0" smtClean="0"/>
              <a:t>-Without experiencing </a:t>
            </a:r>
            <a:r>
              <a:rPr lang="en-US" sz="2600" i="1" dirty="0" smtClean="0">
                <a:solidFill>
                  <a:srgbClr val="FF0000"/>
                </a:solidFill>
              </a:rPr>
              <a:t>mania</a:t>
            </a:r>
            <a:r>
              <a:rPr lang="en-US" sz="2600" dirty="0" smtClean="0"/>
              <a:t>.</a:t>
            </a:r>
          </a:p>
          <a:p>
            <a:pPr algn="just">
              <a:lnSpc>
                <a:spcPct val="150000"/>
              </a:lnSpc>
            </a:pPr>
            <a:r>
              <a:rPr lang="en-US" sz="3000" b="1" dirty="0" smtClean="0"/>
              <a:t>Types </a:t>
            </a:r>
            <a:r>
              <a:rPr lang="en-US" sz="3000" b="1" dirty="0" smtClean="0"/>
              <a:t>of mood disorder</a:t>
            </a:r>
            <a:endParaRPr lang="en-US" sz="2400" b="1" dirty="0" smtClean="0"/>
          </a:p>
          <a:p>
            <a:pPr lvl="2" algn="just">
              <a:lnSpc>
                <a:spcPct val="150000"/>
              </a:lnSpc>
            </a:pPr>
            <a:r>
              <a:rPr lang="en-US" sz="2400" b="1" dirty="0" smtClean="0"/>
              <a:t>major depressive disorders, </a:t>
            </a:r>
          </a:p>
          <a:p>
            <a:pPr lvl="2" algn="just">
              <a:lnSpc>
                <a:spcPct val="150000"/>
              </a:lnSpc>
            </a:pPr>
            <a:r>
              <a:rPr lang="en-US" sz="2400" b="1" dirty="0" smtClean="0"/>
              <a:t>dysthymia (pronounced dis-THI-</a:t>
            </a:r>
            <a:r>
              <a:rPr lang="en-US" sz="2400" b="1" dirty="0" err="1" smtClean="0"/>
              <a:t>mee</a:t>
            </a:r>
            <a:r>
              <a:rPr lang="en-US" sz="2400" b="1" dirty="0" smtClean="0"/>
              <a:t>-uh).</a:t>
            </a:r>
          </a:p>
          <a:p>
            <a:pPr lvl="2" algn="just">
              <a:lnSpc>
                <a:spcPct val="150000"/>
              </a:lnSpc>
            </a:pPr>
            <a:r>
              <a:rPr lang="en-US" b="1" dirty="0"/>
              <a:t>Bipolar Disorder (previously known as Manic-Depression) </a:t>
            </a:r>
            <a:endParaRPr lang="en-US" b="1" dirty="0" smtClean="0"/>
          </a:p>
          <a:p>
            <a:pPr lvl="2" algn="just">
              <a:lnSpc>
                <a:spcPct val="150000"/>
              </a:lnSpc>
            </a:pPr>
            <a:r>
              <a:rPr lang="en-US" b="1" dirty="0" err="1"/>
              <a:t>Cyclothymia</a:t>
            </a:r>
            <a:r>
              <a:rPr lang="en-US" b="1" dirty="0"/>
              <a:t> </a:t>
            </a:r>
            <a:endParaRPr lang="en-US" sz="2400" b="1" dirty="0" smtClean="0"/>
          </a:p>
        </p:txBody>
      </p:sp>
      <p:sp>
        <p:nvSpPr>
          <p:cNvPr id="4" name="Rectangle 3"/>
          <p:cNvSpPr/>
          <p:nvPr/>
        </p:nvSpPr>
        <p:spPr>
          <a:xfrm>
            <a:off x="838200" y="762000"/>
            <a:ext cx="4800600" cy="538609"/>
          </a:xfrm>
          <a:prstGeom prst="rect">
            <a:avLst/>
          </a:prstGeom>
        </p:spPr>
        <p:txBody>
          <a:bodyPr wrap="square">
            <a:spAutoFit/>
          </a:bodyPr>
          <a:lstStyle/>
          <a:p>
            <a:r>
              <a:rPr lang="en-US" sz="2900" b="1" dirty="0" smtClean="0">
                <a:solidFill>
                  <a:srgbClr val="EA157A">
                    <a:lumMod val="75000"/>
                  </a:srgbClr>
                </a:solidFill>
              </a:rPr>
              <a:t>Mood disorders (</a:t>
            </a:r>
            <a:r>
              <a:rPr lang="en-US" sz="2900" b="1" dirty="0" err="1" smtClean="0">
                <a:solidFill>
                  <a:srgbClr val="EA157A">
                    <a:lumMod val="75000"/>
                  </a:srgbClr>
                </a:solidFill>
              </a:rPr>
              <a:t>Contd</a:t>
            </a:r>
            <a:r>
              <a:rPr lang="en-US" sz="2900" b="1" dirty="0" smtClean="0">
                <a:solidFill>
                  <a:srgbClr val="EA157A">
                    <a:lumMod val="75000"/>
                  </a:srgbClr>
                </a:solidFill>
              </a:rPr>
              <a:t>)</a:t>
            </a:r>
            <a:endParaRPr lang="en-US" dirty="0">
              <a:solidFill>
                <a:prstClr val="black"/>
              </a:solidFill>
            </a:endParaRPr>
          </a:p>
        </p:txBody>
      </p:sp>
    </p:spTree>
    <p:extLst>
      <p:ext uri="{BB962C8B-B14F-4D97-AF65-F5344CB8AC3E}">
        <p14:creationId xmlns="" xmlns:p14="http://schemas.microsoft.com/office/powerpoint/2010/main" val="409620741"/>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down)">
                                      <p:cBhvr>
                                        <p:cTn id="15" dur="500"/>
                                        <p:tgtEl>
                                          <p:spTgt spid="3">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down)">
                                      <p:cBhvr>
                                        <p:cTn id="21" dur="500"/>
                                        <p:tgtEl>
                                          <p:spTgt spid="3">
                                            <p:txEl>
                                              <p:pRg st="4" end="4"/>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down)">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sz="2400" b="1" dirty="0" smtClean="0">
                <a:solidFill>
                  <a:srgbClr val="0070C0"/>
                </a:solidFill>
              </a:rPr>
              <a:t/>
            </a:r>
            <a:br>
              <a:rPr lang="en-US" sz="2400" b="1" dirty="0" smtClean="0">
                <a:solidFill>
                  <a:srgbClr val="0070C0"/>
                </a:solidFill>
              </a:rPr>
            </a:br>
            <a:r>
              <a:rPr lang="en-US" sz="2400" b="1" dirty="0" smtClean="0">
                <a:solidFill>
                  <a:srgbClr val="0070C0"/>
                </a:solidFill>
              </a:rPr>
              <a:t/>
            </a:r>
            <a:br>
              <a:rPr lang="en-US" sz="2400" b="1" dirty="0" smtClean="0">
                <a:solidFill>
                  <a:srgbClr val="0070C0"/>
                </a:solidFill>
              </a:rPr>
            </a:br>
            <a:r>
              <a:rPr lang="en-US" sz="2800" b="1" dirty="0" smtClean="0">
                <a:solidFill>
                  <a:srgbClr val="0070C0"/>
                </a:solidFill>
              </a:rPr>
              <a:t>Types of depression </a:t>
            </a:r>
            <a:endParaRPr lang="en-US" sz="2400" b="1" dirty="0">
              <a:solidFill>
                <a:srgbClr val="0070C0"/>
              </a:solidFill>
            </a:endParaRPr>
          </a:p>
        </p:txBody>
      </p:sp>
      <p:sp>
        <p:nvSpPr>
          <p:cNvPr id="3" name="Content Placeholder 2"/>
          <p:cNvSpPr>
            <a:spLocks noGrp="1"/>
          </p:cNvSpPr>
          <p:nvPr>
            <p:ph sz="quarter" idx="1"/>
          </p:nvPr>
        </p:nvSpPr>
        <p:spPr>
          <a:xfrm>
            <a:off x="0" y="1487607"/>
            <a:ext cx="8991600" cy="5076966"/>
          </a:xfrm>
        </p:spPr>
        <p:txBody>
          <a:bodyPr>
            <a:normAutofit lnSpcReduction="10000"/>
          </a:bodyPr>
          <a:lstStyle/>
          <a:p>
            <a:pPr lvl="1" algn="just">
              <a:lnSpc>
                <a:spcPct val="150000"/>
              </a:lnSpc>
              <a:buNone/>
            </a:pPr>
            <a:r>
              <a:rPr lang="en-US" sz="2400" b="1" dirty="0" smtClean="0"/>
              <a:t>1.1 Major </a:t>
            </a:r>
            <a:r>
              <a:rPr lang="en-US" sz="2400" b="1" dirty="0"/>
              <a:t>Depression</a:t>
            </a:r>
            <a:r>
              <a:rPr lang="en-US" sz="2400" dirty="0"/>
              <a:t> (also known as depression or clinical depression) is characterized by </a:t>
            </a:r>
            <a:r>
              <a:rPr lang="en-US" sz="2400" b="1" dirty="0"/>
              <a:t>depressed mood, diminished interest in activities previously enjoyed, weight disturbance, sleep disturbance, loss of energy, difficulty concentrating</a:t>
            </a:r>
            <a:r>
              <a:rPr lang="en-US" sz="2400" dirty="0"/>
              <a:t>, and often includes feelings of </a:t>
            </a:r>
            <a:r>
              <a:rPr lang="en-US" sz="2400" b="1" dirty="0" smtClean="0"/>
              <a:t>hopelessness</a:t>
            </a:r>
            <a:r>
              <a:rPr lang="en-US" sz="2400" dirty="0" smtClean="0"/>
              <a:t> </a:t>
            </a:r>
            <a:r>
              <a:rPr lang="en-US" sz="2400" dirty="0"/>
              <a:t>and </a:t>
            </a:r>
            <a:r>
              <a:rPr lang="en-US" sz="2400" b="1" dirty="0"/>
              <a:t>thoughts</a:t>
            </a:r>
            <a:r>
              <a:rPr lang="en-US" sz="2400" dirty="0"/>
              <a:t> </a:t>
            </a:r>
            <a:r>
              <a:rPr lang="en-US" sz="2400" b="1" dirty="0"/>
              <a:t>of</a:t>
            </a:r>
            <a:r>
              <a:rPr lang="en-US" sz="2400" dirty="0"/>
              <a:t> </a:t>
            </a:r>
            <a:r>
              <a:rPr lang="en-US" sz="2400" b="1" dirty="0"/>
              <a:t>suicide</a:t>
            </a:r>
            <a:r>
              <a:rPr lang="en-US" sz="2400" dirty="0"/>
              <a:t>.</a:t>
            </a:r>
            <a:endParaRPr lang="en-US" sz="2800" dirty="0" smtClean="0"/>
          </a:p>
          <a:p>
            <a:pPr marL="623888" lvl="0" indent="-319088" algn="just">
              <a:buClr>
                <a:srgbClr val="EA157A"/>
              </a:buClr>
              <a:buNone/>
            </a:pPr>
            <a:r>
              <a:rPr lang="en-US" sz="2400" b="1" dirty="0" smtClean="0">
                <a:solidFill>
                  <a:prstClr val="black"/>
                </a:solidFill>
              </a:rPr>
              <a:t>1.2 </a:t>
            </a:r>
            <a:r>
              <a:rPr lang="en-US" sz="2400" b="1" dirty="0" err="1" smtClean="0">
                <a:solidFill>
                  <a:prstClr val="black"/>
                </a:solidFill>
              </a:rPr>
              <a:t>Dysthymia</a:t>
            </a:r>
            <a:r>
              <a:rPr lang="en-US" sz="2400" b="1" dirty="0" smtClean="0">
                <a:solidFill>
                  <a:prstClr val="black"/>
                </a:solidFill>
              </a:rPr>
              <a:t> </a:t>
            </a:r>
            <a:r>
              <a:rPr lang="en-US" sz="2400" dirty="0" smtClean="0">
                <a:solidFill>
                  <a:prstClr val="black"/>
                </a:solidFill>
              </a:rPr>
              <a:t>is often considered a </a:t>
            </a:r>
            <a:r>
              <a:rPr lang="en-US" sz="2400" b="1" dirty="0" smtClean="0">
                <a:solidFill>
                  <a:prstClr val="black"/>
                </a:solidFill>
              </a:rPr>
              <a:t>lesser</a:t>
            </a:r>
            <a:r>
              <a:rPr lang="en-US" sz="2400" dirty="0" smtClean="0">
                <a:solidFill>
                  <a:prstClr val="black"/>
                </a:solidFill>
              </a:rPr>
              <a:t>, but more </a:t>
            </a:r>
            <a:r>
              <a:rPr lang="en-US" sz="2400" b="1" dirty="0" smtClean="0">
                <a:solidFill>
                  <a:prstClr val="black"/>
                </a:solidFill>
              </a:rPr>
              <a:t>persistent</a:t>
            </a:r>
            <a:r>
              <a:rPr lang="en-US" sz="2400" dirty="0" smtClean="0">
                <a:solidFill>
                  <a:prstClr val="black"/>
                </a:solidFill>
              </a:rPr>
              <a:t> form of depression. </a:t>
            </a:r>
          </a:p>
          <a:p>
            <a:pPr marL="623888" lvl="0" indent="-319088" algn="just">
              <a:buClr>
                <a:srgbClr val="EA157A"/>
              </a:buClr>
            </a:pPr>
            <a:r>
              <a:rPr lang="en-US" sz="2400" dirty="0" smtClean="0">
                <a:solidFill>
                  <a:prstClr val="black"/>
                </a:solidFill>
              </a:rPr>
              <a:t>Many of the symptoms are </a:t>
            </a:r>
            <a:r>
              <a:rPr lang="en-US" sz="2400" b="1" dirty="0" smtClean="0">
                <a:solidFill>
                  <a:prstClr val="black"/>
                </a:solidFill>
              </a:rPr>
              <a:t>similar</a:t>
            </a:r>
            <a:r>
              <a:rPr lang="en-US" sz="2400" dirty="0" smtClean="0">
                <a:solidFill>
                  <a:prstClr val="black"/>
                </a:solidFill>
              </a:rPr>
              <a:t> except to a lesser degree. Also, </a:t>
            </a:r>
            <a:r>
              <a:rPr lang="en-US" sz="2400" dirty="0" err="1" smtClean="0">
                <a:solidFill>
                  <a:prstClr val="black"/>
                </a:solidFill>
              </a:rPr>
              <a:t>dysthymia</a:t>
            </a:r>
            <a:r>
              <a:rPr lang="en-US" sz="2400" dirty="0" smtClean="0">
                <a:solidFill>
                  <a:prstClr val="black"/>
                </a:solidFill>
              </a:rPr>
              <a:t>, as opposed to Major Depression is </a:t>
            </a:r>
            <a:r>
              <a:rPr lang="en-US" sz="2400" b="1" dirty="0" smtClean="0">
                <a:solidFill>
                  <a:prstClr val="black"/>
                </a:solidFill>
              </a:rPr>
              <a:t>steadier</a:t>
            </a:r>
            <a:r>
              <a:rPr lang="en-US" sz="2400" dirty="0" smtClean="0">
                <a:solidFill>
                  <a:prstClr val="black"/>
                </a:solidFill>
              </a:rPr>
              <a:t> rather than periods of normal feelings and extreme lows.</a:t>
            </a:r>
          </a:p>
          <a:p>
            <a:endParaRPr lang="en-US" sz="2800" dirty="0"/>
          </a:p>
        </p:txBody>
      </p:sp>
    </p:spTree>
    <p:extLst>
      <p:ext uri="{BB962C8B-B14F-4D97-AF65-F5344CB8AC3E}">
        <p14:creationId xmlns="" xmlns:p14="http://schemas.microsoft.com/office/powerpoint/2010/main" val="3198929088"/>
      </p:ext>
    </p:extLst>
  </p:cSld>
  <p:clrMapOvr>
    <a:masterClrMapping/>
  </p:clrMapOvr>
  <p:transition>
    <p:cove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8153400" cy="990600"/>
          </a:xfrm>
        </p:spPr>
        <p:txBody>
          <a:bodyPr>
            <a:normAutofit/>
          </a:bodyPr>
          <a:lstStyle/>
          <a:p>
            <a:r>
              <a:rPr lang="en-US" sz="2400" b="1" dirty="0" smtClean="0">
                <a:solidFill>
                  <a:srgbClr val="00B050"/>
                </a:solidFill>
              </a:rPr>
              <a:t>Dysthymic disorders</a:t>
            </a:r>
            <a:endParaRPr lang="en-US" sz="2400" dirty="0">
              <a:solidFill>
                <a:srgbClr val="00B050"/>
              </a:solidFill>
            </a:endParaRPr>
          </a:p>
        </p:txBody>
      </p:sp>
      <p:sp>
        <p:nvSpPr>
          <p:cNvPr id="3" name="Content Placeholder 2"/>
          <p:cNvSpPr>
            <a:spLocks noGrp="1"/>
          </p:cNvSpPr>
          <p:nvPr>
            <p:ph sz="quarter" idx="1"/>
          </p:nvPr>
        </p:nvSpPr>
        <p:spPr>
          <a:xfrm>
            <a:off x="533400" y="1447800"/>
            <a:ext cx="8232648" cy="5171364"/>
          </a:xfrm>
        </p:spPr>
        <p:txBody>
          <a:bodyPr>
            <a:normAutofit/>
          </a:bodyPr>
          <a:lstStyle/>
          <a:p>
            <a:pPr algn="just">
              <a:buNone/>
            </a:pPr>
            <a:r>
              <a:rPr lang="en-US" sz="2800" b="1" dirty="0" smtClean="0"/>
              <a:t>1.3 Bipolar </a:t>
            </a:r>
            <a:r>
              <a:rPr lang="en-US" sz="2800" b="1" dirty="0"/>
              <a:t>Disorder </a:t>
            </a:r>
            <a:r>
              <a:rPr lang="en-US" sz="2400" dirty="0"/>
              <a:t>(previously known as Manic-Depression) is characterized by </a:t>
            </a:r>
            <a:r>
              <a:rPr lang="en-US" sz="2400" b="1" dirty="0"/>
              <a:t>periods of extreme highs (called mania) and extreme lows </a:t>
            </a:r>
            <a:r>
              <a:rPr lang="en-US" sz="2400" dirty="0"/>
              <a:t>as in Major Depression. </a:t>
            </a:r>
            <a:endParaRPr lang="en-US" sz="2400" dirty="0" smtClean="0"/>
          </a:p>
          <a:p>
            <a:pPr algn="just"/>
            <a:r>
              <a:rPr lang="en-US" sz="2400" dirty="0" smtClean="0"/>
              <a:t>Bipolar </a:t>
            </a:r>
            <a:r>
              <a:rPr lang="en-US" sz="2400" dirty="0"/>
              <a:t>Disorder is subtyped either I (extreme or </a:t>
            </a:r>
            <a:r>
              <a:rPr lang="en-US" sz="2400" dirty="0" err="1" smtClean="0"/>
              <a:t>hypermanic</a:t>
            </a:r>
            <a:r>
              <a:rPr lang="en-US" sz="2400" dirty="0" smtClean="0"/>
              <a:t> </a:t>
            </a:r>
            <a:r>
              <a:rPr lang="en-US" sz="2400" dirty="0"/>
              <a:t>episodes) or II (moderate or hypomanic episodes). </a:t>
            </a:r>
            <a:endParaRPr lang="en-US" sz="2400" dirty="0" smtClean="0"/>
          </a:p>
          <a:p>
            <a:pPr algn="just">
              <a:buNone/>
            </a:pPr>
            <a:r>
              <a:rPr lang="en-US" b="1" dirty="0" smtClean="0"/>
              <a:t>1.4 </a:t>
            </a:r>
            <a:r>
              <a:rPr lang="en-US" b="1" dirty="0" err="1" smtClean="0"/>
              <a:t>Cyclothymia</a:t>
            </a:r>
            <a:r>
              <a:rPr lang="en-US" b="1" dirty="0"/>
              <a:t>: </a:t>
            </a:r>
            <a:r>
              <a:rPr lang="en-US" sz="2600" dirty="0"/>
              <a:t>Like Dysthymia and Major Depression, </a:t>
            </a:r>
            <a:r>
              <a:rPr lang="en-US" sz="2600" dirty="0" err="1"/>
              <a:t>Cyclothymia</a:t>
            </a:r>
            <a:r>
              <a:rPr lang="en-US" sz="2600" dirty="0"/>
              <a:t> is considered a </a:t>
            </a:r>
            <a:r>
              <a:rPr lang="en-US" sz="2600" b="1" dirty="0"/>
              <a:t>lesser form of Bipolar Disorder. </a:t>
            </a:r>
          </a:p>
        </p:txBody>
      </p:sp>
    </p:spTree>
    <p:extLst>
      <p:ext uri="{BB962C8B-B14F-4D97-AF65-F5344CB8AC3E}">
        <p14:creationId xmlns="" xmlns:p14="http://schemas.microsoft.com/office/powerpoint/2010/main" val="3347993871"/>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a:bodyPr>
          <a:lstStyle/>
          <a:p>
            <a:pPr eaLnBrk="1" hangingPunct="1"/>
            <a:r>
              <a:rPr lang="en-US" altLang="en-US" sz="2800" b="1" dirty="0" smtClean="0">
                <a:solidFill>
                  <a:schemeClr val="accent2">
                    <a:lumMod val="75000"/>
                  </a:schemeClr>
                </a:solidFill>
              </a:rPr>
              <a:t>2. Anxiety Disorders</a:t>
            </a:r>
          </a:p>
        </p:txBody>
      </p:sp>
      <p:sp>
        <p:nvSpPr>
          <p:cNvPr id="9219" name="Rectangle 3"/>
          <p:cNvSpPr>
            <a:spLocks noGrp="1" noChangeArrowheads="1"/>
          </p:cNvSpPr>
          <p:nvPr>
            <p:ph type="body" idx="1"/>
          </p:nvPr>
        </p:nvSpPr>
        <p:spPr>
          <a:xfrm>
            <a:off x="612648" y="1676399"/>
            <a:ext cx="8312988" cy="5181601"/>
          </a:xfrm>
        </p:spPr>
        <p:txBody>
          <a:bodyPr>
            <a:normAutofit lnSpcReduction="10000"/>
          </a:bodyPr>
          <a:lstStyle/>
          <a:p>
            <a:pPr algn="just" eaLnBrk="1" hangingPunct="1">
              <a:lnSpc>
                <a:spcPct val="110000"/>
              </a:lnSpc>
            </a:pPr>
            <a:r>
              <a:rPr lang="en-US" altLang="en-US" sz="3000" dirty="0" smtClean="0"/>
              <a:t>Psychological disorders that involve excessive levels of negative emotions such </a:t>
            </a:r>
            <a:r>
              <a:rPr lang="en-US" altLang="en-US" sz="3000" i="1" dirty="0" smtClean="0"/>
              <a:t>as</a:t>
            </a:r>
            <a:r>
              <a:rPr lang="en-US" altLang="en-US" sz="3000" i="1" dirty="0" smtClean="0">
                <a:solidFill>
                  <a:srgbClr val="00B050"/>
                </a:solidFill>
              </a:rPr>
              <a:t> [nervousness</a:t>
            </a:r>
            <a:r>
              <a:rPr lang="en-US" altLang="en-US" sz="3000" dirty="0" smtClean="0"/>
              <a:t>, </a:t>
            </a:r>
            <a:r>
              <a:rPr lang="en-US" altLang="en-US" sz="3000" i="1" dirty="0" smtClean="0">
                <a:solidFill>
                  <a:srgbClr val="00B050"/>
                </a:solidFill>
              </a:rPr>
              <a:t>tension</a:t>
            </a:r>
            <a:r>
              <a:rPr lang="en-US" altLang="en-US" sz="3000" dirty="0" smtClean="0"/>
              <a:t>, </a:t>
            </a:r>
            <a:r>
              <a:rPr lang="en-US" altLang="en-US" sz="3000" i="1" dirty="0" smtClean="0">
                <a:solidFill>
                  <a:srgbClr val="00B050"/>
                </a:solidFill>
              </a:rPr>
              <a:t>worry</a:t>
            </a:r>
            <a:r>
              <a:rPr lang="en-US" altLang="en-US" sz="3000" dirty="0" smtClean="0"/>
              <a:t>, </a:t>
            </a:r>
            <a:r>
              <a:rPr lang="en-US" altLang="en-US" sz="3000" i="1" dirty="0" smtClean="0">
                <a:solidFill>
                  <a:srgbClr val="00B050"/>
                </a:solidFill>
              </a:rPr>
              <a:t>fright</a:t>
            </a:r>
            <a:r>
              <a:rPr lang="en-US" altLang="en-US" sz="3000" dirty="0" smtClean="0"/>
              <a:t> and </a:t>
            </a:r>
            <a:r>
              <a:rPr lang="en-US" altLang="en-US" sz="3000" dirty="0" smtClean="0">
                <a:solidFill>
                  <a:srgbClr val="00B050"/>
                </a:solidFill>
              </a:rPr>
              <a:t>apprehension</a:t>
            </a:r>
            <a:r>
              <a:rPr lang="en-US" altLang="en-US" sz="3000" dirty="0" smtClean="0"/>
              <a:t>]</a:t>
            </a:r>
          </a:p>
          <a:p>
            <a:pPr lvl="2" eaLnBrk="1" hangingPunct="1">
              <a:lnSpc>
                <a:spcPct val="150000"/>
              </a:lnSpc>
            </a:pPr>
            <a:r>
              <a:rPr lang="en-US" altLang="en-US" sz="2600" dirty="0" smtClean="0"/>
              <a:t>Symptoms like </a:t>
            </a:r>
          </a:p>
          <a:p>
            <a:pPr lvl="3" algn="just" eaLnBrk="1" hangingPunct="1">
              <a:lnSpc>
                <a:spcPct val="150000"/>
              </a:lnSpc>
            </a:pPr>
            <a:r>
              <a:rPr lang="en-US" altLang="en-US" sz="2600" dirty="0" smtClean="0"/>
              <a:t>Increased muscle </a:t>
            </a:r>
            <a:r>
              <a:rPr lang="en-US" altLang="en-US" sz="2600" dirty="0" smtClean="0">
                <a:solidFill>
                  <a:srgbClr val="00B0F0"/>
                </a:solidFill>
              </a:rPr>
              <a:t>tension</a:t>
            </a:r>
          </a:p>
          <a:p>
            <a:pPr lvl="3" algn="just" eaLnBrk="1" hangingPunct="1">
              <a:lnSpc>
                <a:spcPct val="150000"/>
              </a:lnSpc>
            </a:pPr>
            <a:r>
              <a:rPr lang="en-US" altLang="en-US" sz="2600" dirty="0" smtClean="0"/>
              <a:t>Shallow </a:t>
            </a:r>
            <a:r>
              <a:rPr lang="en-US" altLang="en-US" sz="2600" dirty="0" smtClean="0">
                <a:solidFill>
                  <a:srgbClr val="00B0F0"/>
                </a:solidFill>
              </a:rPr>
              <a:t>rapid breathing</a:t>
            </a:r>
          </a:p>
          <a:p>
            <a:pPr lvl="3" algn="just" eaLnBrk="1" hangingPunct="1">
              <a:lnSpc>
                <a:spcPct val="150000"/>
              </a:lnSpc>
            </a:pPr>
            <a:r>
              <a:rPr lang="en-US" altLang="en-US" sz="2600" dirty="0" smtClean="0"/>
              <a:t>Increased </a:t>
            </a:r>
            <a:r>
              <a:rPr lang="en-US" altLang="en-US" sz="2600" dirty="0" smtClean="0">
                <a:solidFill>
                  <a:srgbClr val="00B0F0"/>
                </a:solidFill>
              </a:rPr>
              <a:t>perspiration</a:t>
            </a:r>
          </a:p>
          <a:p>
            <a:pPr lvl="3" algn="just" eaLnBrk="1" hangingPunct="1">
              <a:lnSpc>
                <a:spcPct val="150000"/>
              </a:lnSpc>
            </a:pPr>
            <a:r>
              <a:rPr lang="en-US" altLang="en-US" sz="2600" dirty="0" smtClean="0">
                <a:solidFill>
                  <a:schemeClr val="bg2">
                    <a:lumMod val="75000"/>
                  </a:schemeClr>
                </a:solidFill>
              </a:rPr>
              <a:t>Drying</a:t>
            </a:r>
            <a:r>
              <a:rPr lang="en-US" altLang="en-US" sz="2600" dirty="0" smtClean="0"/>
              <a:t> of the mouth</a:t>
            </a:r>
          </a:p>
          <a:p>
            <a:pPr lvl="3" eaLnBrk="1" hangingPunct="1">
              <a:lnSpc>
                <a:spcPct val="150000"/>
              </a:lnSpc>
            </a:pPr>
            <a:r>
              <a:rPr lang="en-US" altLang="en-US" sz="2600" dirty="0" smtClean="0"/>
              <a:t>Sympathetic response</a:t>
            </a:r>
          </a:p>
        </p:txBody>
      </p:sp>
    </p:spTree>
    <p:extLst>
      <p:ext uri="{BB962C8B-B14F-4D97-AF65-F5344CB8AC3E}">
        <p14:creationId xmlns="" xmlns:p14="http://schemas.microsoft.com/office/powerpoint/2010/main" val="3607641883"/>
      </p:ext>
    </p:extLst>
  </p:cSld>
  <p:clrMapOvr>
    <a:masterClrMapping/>
  </p:clrMapOvr>
  <p:transition>
    <p:cove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21552"/>
          </a:xfrm>
        </p:spPr>
        <p:txBody>
          <a:bodyPr>
            <a:normAutofit/>
          </a:bodyPr>
          <a:lstStyle/>
          <a:p>
            <a:pPr marL="640080" marR="0" lvl="1" indent="-274320" defTabSz="914400" rtl="0" eaLnBrk="1" fontAlgn="auto" latinLnBrk="0" hangingPunct="1">
              <a:lnSpc>
                <a:spcPct val="100000"/>
              </a:lnSpc>
              <a:spcBef>
                <a:spcPts val="550"/>
              </a:spcBef>
              <a:spcAft>
                <a:spcPts val="0"/>
              </a:spcAft>
              <a:tabLst/>
              <a:defRPr/>
            </a:pPr>
            <a:r>
              <a:rPr lang="en-US" sz="3600" kern="1200" dirty="0">
                <a:solidFill>
                  <a:schemeClr val="tx1"/>
                </a:solidFill>
              </a:rPr>
              <a:t>Types of Anxiety Disorders</a:t>
            </a:r>
            <a:endParaRPr lang="en-US" sz="2800" kern="1200" dirty="0">
              <a:solidFill>
                <a:schemeClr val="tx1"/>
              </a:solidFill>
            </a:endParaRPr>
          </a:p>
        </p:txBody>
      </p:sp>
      <p:sp>
        <p:nvSpPr>
          <p:cNvPr id="3" name="Content Placeholder 2"/>
          <p:cNvSpPr>
            <a:spLocks noGrp="1"/>
          </p:cNvSpPr>
          <p:nvPr>
            <p:ph idx="1"/>
          </p:nvPr>
        </p:nvSpPr>
        <p:spPr>
          <a:xfrm>
            <a:off x="193183" y="901521"/>
            <a:ext cx="8680361" cy="5799530"/>
          </a:xfrm>
        </p:spPr>
        <p:txBody>
          <a:bodyPr>
            <a:noAutofit/>
          </a:bodyPr>
          <a:lstStyle/>
          <a:p>
            <a:pPr algn="just">
              <a:lnSpc>
                <a:spcPct val="170000"/>
              </a:lnSpc>
            </a:pPr>
            <a:r>
              <a:rPr lang="en-US" sz="2400" b="1" dirty="0" smtClean="0"/>
              <a:t> </a:t>
            </a:r>
          </a:p>
          <a:p>
            <a:pPr algn="just">
              <a:lnSpc>
                <a:spcPct val="170000"/>
              </a:lnSpc>
            </a:pPr>
            <a:endParaRPr lang="en-US" sz="2400" b="1" dirty="0"/>
          </a:p>
          <a:p>
            <a:pPr algn="just">
              <a:lnSpc>
                <a:spcPct val="170000"/>
              </a:lnSpc>
            </a:pPr>
            <a:endParaRPr lang="en-US" sz="2400" b="1" dirty="0" smtClean="0"/>
          </a:p>
          <a:p>
            <a:pPr algn="just">
              <a:lnSpc>
                <a:spcPct val="170000"/>
              </a:lnSpc>
            </a:pPr>
            <a:endParaRPr lang="en-US" sz="2400" b="1" dirty="0"/>
          </a:p>
          <a:p>
            <a:pPr marL="0" indent="0" algn="just">
              <a:lnSpc>
                <a:spcPct val="170000"/>
              </a:lnSpc>
              <a:buNone/>
            </a:pPr>
            <a:endParaRPr lang="en-US" sz="2400" dirty="0"/>
          </a:p>
        </p:txBody>
      </p:sp>
      <p:sp>
        <p:nvSpPr>
          <p:cNvPr id="4" name="Content Placeholder 2"/>
          <p:cNvSpPr txBox="1">
            <a:spLocks/>
          </p:cNvSpPr>
          <p:nvPr/>
        </p:nvSpPr>
        <p:spPr>
          <a:xfrm>
            <a:off x="750626" y="1311322"/>
            <a:ext cx="7137779" cy="42842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vert="horz">
            <a:normAutofit/>
          </a:bodyPr>
          <a:lstStyle/>
          <a:p>
            <a:pPr marL="1097280" lvl="2" indent="-274320">
              <a:spcBef>
                <a:spcPts val="550"/>
              </a:spcBef>
              <a:buClr>
                <a:schemeClr val="accent1"/>
              </a:buClr>
              <a:buSzPct val="70000"/>
              <a:buFont typeface="Wingdings 2"/>
              <a:buChar char=""/>
            </a:pPr>
            <a:r>
              <a:rPr kumimoji="0" lang="en-US" sz="2800" b="0" i="0" u="none" strike="noStrike" kern="1200" cap="none" spc="0" normalizeH="0" baseline="0" noProof="0" dirty="0" smtClean="0">
                <a:ln>
                  <a:noFill/>
                </a:ln>
                <a:solidFill>
                  <a:schemeClr val="bg1"/>
                </a:solidFill>
                <a:effectLst/>
                <a:uLnTx/>
                <a:uFillTx/>
              </a:rPr>
              <a:t>Generalized </a:t>
            </a:r>
            <a:r>
              <a:rPr kumimoji="0" lang="en-US" sz="2800" b="0" i="0" u="none" strike="noStrike" kern="1200" cap="none" spc="0" normalizeH="0" baseline="0" noProof="0" dirty="0" smtClean="0">
                <a:ln>
                  <a:noFill/>
                </a:ln>
                <a:solidFill>
                  <a:schemeClr val="bg1"/>
                </a:solidFill>
                <a:effectLst/>
                <a:uLnTx/>
                <a:uFillTx/>
              </a:rPr>
              <a:t>Anxiety Disorders(GAD)</a:t>
            </a:r>
          </a:p>
          <a:p>
            <a:pPr marL="1097280" lvl="2" indent="-274320">
              <a:spcBef>
                <a:spcPts val="550"/>
              </a:spcBef>
              <a:buClr>
                <a:schemeClr val="accent1"/>
              </a:buClr>
              <a:buSzPct val="70000"/>
              <a:buFont typeface="Wingdings 2"/>
              <a:buChar char=""/>
            </a:pPr>
            <a:r>
              <a:rPr kumimoji="0" lang="en-US" sz="2800" b="0" i="0" u="none" strike="noStrike" kern="1200" cap="none" spc="0" normalizeH="0" baseline="0" noProof="0" dirty="0" smtClean="0">
                <a:ln>
                  <a:noFill/>
                </a:ln>
                <a:solidFill>
                  <a:schemeClr val="bg1"/>
                </a:solidFill>
                <a:effectLst/>
                <a:uLnTx/>
                <a:uFillTx/>
              </a:rPr>
              <a:t>Panic Disorder</a:t>
            </a:r>
          </a:p>
          <a:p>
            <a:pPr marL="1097280" lvl="2" indent="-274320">
              <a:spcBef>
                <a:spcPts val="550"/>
              </a:spcBef>
              <a:buClr>
                <a:schemeClr val="accent1"/>
              </a:buClr>
              <a:buSzPct val="70000"/>
              <a:buFont typeface="Wingdings 2"/>
              <a:buChar char=""/>
            </a:pPr>
            <a:r>
              <a:rPr kumimoji="0" lang="en-US" sz="2800" b="0" i="0" u="none" strike="noStrike" kern="1200" cap="none" spc="0" normalizeH="0" baseline="0" noProof="0" dirty="0" smtClean="0">
                <a:ln>
                  <a:noFill/>
                </a:ln>
                <a:solidFill>
                  <a:schemeClr val="bg1"/>
                </a:solidFill>
                <a:effectLst/>
                <a:uLnTx/>
                <a:uFillTx/>
              </a:rPr>
              <a:t>Phobic disorders</a:t>
            </a:r>
          </a:p>
          <a:p>
            <a:pPr marL="1097280" lvl="2" indent="-274320">
              <a:spcBef>
                <a:spcPts val="550"/>
              </a:spcBef>
              <a:buClr>
                <a:schemeClr val="accent1"/>
              </a:buClr>
              <a:buSzPct val="70000"/>
              <a:buFont typeface="Wingdings 2"/>
              <a:buChar char=""/>
            </a:pPr>
            <a:r>
              <a:rPr kumimoji="0" lang="en-US" sz="2800" b="0" i="0" u="none" strike="noStrike" kern="1200" cap="none" spc="0" normalizeH="0" baseline="0" noProof="0" dirty="0" smtClean="0">
                <a:ln>
                  <a:noFill/>
                </a:ln>
                <a:solidFill>
                  <a:schemeClr val="bg1"/>
                </a:solidFill>
                <a:effectLst/>
                <a:uLnTx/>
                <a:uFillTx/>
              </a:rPr>
              <a:t>Obsessive compulsive disorder(OCD)</a:t>
            </a:r>
          </a:p>
          <a:p>
            <a:pPr marL="1097280" lvl="2" indent="-274320">
              <a:spcBef>
                <a:spcPts val="550"/>
              </a:spcBef>
              <a:buClr>
                <a:schemeClr val="accent1"/>
              </a:buClr>
              <a:buSzPct val="70000"/>
              <a:buFont typeface="Wingdings 2"/>
              <a:buChar char=""/>
            </a:pPr>
            <a:r>
              <a:rPr lang="en-US" sz="2800" dirty="0" smtClean="0">
                <a:solidFill>
                  <a:schemeClr val="bg1"/>
                </a:solidFill>
              </a:rPr>
              <a:t>Posttraumatic stress Disorders(PTSD)</a:t>
            </a:r>
            <a:endParaRPr kumimoji="0" lang="en-US" sz="2800" b="0" i="0" u="none" strike="noStrike" kern="1200" cap="none" spc="0" normalizeH="0" baseline="0" noProof="0" dirty="0" smtClean="0">
              <a:ln>
                <a:noFill/>
              </a:ln>
              <a:solidFill>
                <a:schemeClr val="bg1"/>
              </a:solidFill>
              <a:effectLst/>
              <a:uLnTx/>
              <a:uFillTx/>
            </a:endParaRPr>
          </a:p>
          <a:p>
            <a:pPr marL="320040" marR="0" lvl="0" indent="-320040" algn="l" defTabSz="914400" rtl="0" eaLnBrk="1" fontAlgn="auto" latinLnBrk="0" hangingPunct="1">
              <a:lnSpc>
                <a:spcPct val="100000"/>
              </a:lnSpc>
              <a:spcBef>
                <a:spcPts val="700"/>
              </a:spcBef>
              <a:spcAft>
                <a:spcPts val="0"/>
              </a:spcAft>
              <a:buClr>
                <a:schemeClr val="accent2"/>
              </a:buClr>
              <a:buSzPct val="60000"/>
              <a:buFont typeface="Wingdings"/>
              <a:buNone/>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 xmlns:p14="http://schemas.microsoft.com/office/powerpoint/2010/main" val="1410787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a:bodyPr>
          <a:lstStyle/>
          <a:p>
            <a:r>
              <a:rPr lang="en-US" altLang="en-US" sz="2800" b="1" dirty="0" smtClean="0">
                <a:solidFill>
                  <a:schemeClr val="accent2">
                    <a:lumMod val="75000"/>
                  </a:schemeClr>
                </a:solidFill>
              </a:rPr>
              <a:t>2.1 </a:t>
            </a:r>
            <a:r>
              <a:rPr lang="en-US" altLang="en-US" sz="2800" b="1" dirty="0" smtClean="0">
                <a:solidFill>
                  <a:schemeClr val="accent2">
                    <a:lumMod val="75000"/>
                  </a:schemeClr>
                </a:solidFill>
              </a:rPr>
              <a:t>Generalized anxiety disorder (GAD)</a:t>
            </a:r>
          </a:p>
        </p:txBody>
      </p:sp>
      <p:sp>
        <p:nvSpPr>
          <p:cNvPr id="11267" name="Rectangle 3"/>
          <p:cNvSpPr>
            <a:spLocks noGrp="1" noChangeArrowheads="1"/>
          </p:cNvSpPr>
          <p:nvPr>
            <p:ph type="body" idx="1"/>
          </p:nvPr>
        </p:nvSpPr>
        <p:spPr>
          <a:xfrm>
            <a:off x="0" y="1600200"/>
            <a:ext cx="8911988" cy="5257800"/>
          </a:xfrm>
        </p:spPr>
        <p:txBody>
          <a:bodyPr>
            <a:noAutofit/>
          </a:bodyPr>
          <a:lstStyle/>
          <a:p>
            <a:pPr lvl="1" algn="just">
              <a:lnSpc>
                <a:spcPct val="150000"/>
              </a:lnSpc>
            </a:pPr>
            <a:r>
              <a:rPr lang="en-US" sz="2400" b="1" dirty="0" smtClean="0"/>
              <a:t>Generalized anxiety disorder </a:t>
            </a:r>
            <a:r>
              <a:rPr lang="en-US" sz="2400" dirty="0" smtClean="0"/>
              <a:t>it is a </a:t>
            </a:r>
            <a:r>
              <a:rPr lang="en-US" sz="2400" dirty="0" smtClean="0">
                <a:solidFill>
                  <a:srgbClr val="FF0000"/>
                </a:solidFill>
              </a:rPr>
              <a:t>widespread anxiety </a:t>
            </a:r>
            <a:r>
              <a:rPr lang="en-US" sz="2400" dirty="0" smtClean="0"/>
              <a:t>that is impossible to manage by avoiding specific situations. The person </a:t>
            </a:r>
            <a:r>
              <a:rPr lang="en-US" sz="2400" dirty="0" smtClean="0">
                <a:solidFill>
                  <a:srgbClr val="FF0000"/>
                </a:solidFill>
              </a:rPr>
              <a:t>expresses a great many worries </a:t>
            </a:r>
            <a:r>
              <a:rPr lang="en-US" sz="2400" dirty="0" smtClean="0"/>
              <a:t>but cannot specifically tell the causes. </a:t>
            </a:r>
          </a:p>
          <a:p>
            <a:pPr lvl="1" algn="just"/>
            <a:r>
              <a:rPr lang="en-US" altLang="en-US" sz="2400" dirty="0" smtClean="0"/>
              <a:t>Constant and exaggerated worry</a:t>
            </a:r>
          </a:p>
          <a:p>
            <a:pPr lvl="1" algn="just"/>
            <a:r>
              <a:rPr lang="en-US" altLang="en-US" sz="2400" dirty="0" smtClean="0"/>
              <a:t>Worry for at least </a:t>
            </a:r>
            <a:r>
              <a:rPr lang="en-US" altLang="en-US" sz="2400" b="1" dirty="0" smtClean="0">
                <a:solidFill>
                  <a:srgbClr val="7030A0"/>
                </a:solidFill>
              </a:rPr>
              <a:t>6</a:t>
            </a:r>
            <a:r>
              <a:rPr lang="en-US" altLang="en-US" sz="2400" dirty="0" smtClean="0"/>
              <a:t> months</a:t>
            </a:r>
          </a:p>
          <a:p>
            <a:pPr lvl="1" algn="just"/>
            <a:r>
              <a:rPr lang="en-US" altLang="en-US" sz="2400" dirty="0" smtClean="0"/>
              <a:t>An intense anxiety that is diffuse</a:t>
            </a:r>
          </a:p>
          <a:p>
            <a:pPr lvl="2" algn="just"/>
            <a:r>
              <a:rPr lang="en-US" altLang="en-US" sz="2400" dirty="0" smtClean="0">
                <a:solidFill>
                  <a:srgbClr val="FF0000"/>
                </a:solidFill>
              </a:rPr>
              <a:t>Multiple topics of worry</a:t>
            </a:r>
          </a:p>
          <a:p>
            <a:pPr lvl="2" algn="just" eaLnBrk="1" hangingPunct="1"/>
            <a:r>
              <a:rPr lang="en-US" altLang="en-US" sz="2400" dirty="0" smtClean="0"/>
              <a:t>Not brought on by anything specific</a:t>
            </a:r>
          </a:p>
          <a:p>
            <a:pPr lvl="2" algn="just" eaLnBrk="1" hangingPunct="1"/>
            <a:r>
              <a:rPr lang="en-US" altLang="en-US" sz="2400" b="1" dirty="0" smtClean="0">
                <a:solidFill>
                  <a:srgbClr val="FF0000"/>
                </a:solidFill>
              </a:rPr>
              <a:t>No</a:t>
            </a:r>
            <a:r>
              <a:rPr lang="en-US" altLang="en-US" sz="2400" dirty="0" smtClean="0"/>
              <a:t> </a:t>
            </a:r>
            <a:r>
              <a:rPr lang="en-US" altLang="en-US" sz="2400" dirty="0" smtClean="0">
                <a:solidFill>
                  <a:srgbClr val="FF0000"/>
                </a:solidFill>
              </a:rPr>
              <a:t>clear insight to what is causing the anxiety</a:t>
            </a:r>
          </a:p>
          <a:p>
            <a:pPr lvl="2" algn="just" eaLnBrk="1" hangingPunct="1"/>
            <a:endParaRPr lang="en-US" altLang="en-US" sz="2400" dirty="0" smtClean="0">
              <a:solidFill>
                <a:srgbClr val="FF0000"/>
              </a:solidFill>
            </a:endParaRPr>
          </a:p>
        </p:txBody>
      </p:sp>
    </p:spTree>
    <p:extLst>
      <p:ext uri="{BB962C8B-B14F-4D97-AF65-F5344CB8AC3E}">
        <p14:creationId xmlns="" xmlns:p14="http://schemas.microsoft.com/office/powerpoint/2010/main" val="1581688263"/>
      </p:ext>
    </p:extLst>
  </p:cSld>
  <p:clrMapOvr>
    <a:masterClrMapping/>
  </p:clrMapOvr>
  <p:transition>
    <p:cove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12648" y="228600"/>
            <a:ext cx="8153400" cy="808630"/>
          </a:xfrm>
        </p:spPr>
        <p:txBody>
          <a:bodyPr>
            <a:normAutofit/>
          </a:bodyPr>
          <a:lstStyle/>
          <a:p>
            <a:pPr eaLnBrk="1" hangingPunct="1"/>
            <a:r>
              <a:rPr lang="en-US" altLang="en-US" sz="2800" b="1" dirty="0" smtClean="0">
                <a:solidFill>
                  <a:schemeClr val="accent2">
                    <a:lumMod val="75000"/>
                  </a:schemeClr>
                </a:solidFill>
              </a:rPr>
              <a:t>2.2 </a:t>
            </a:r>
            <a:r>
              <a:rPr lang="en-US" altLang="en-US" sz="2800" b="1" dirty="0" smtClean="0">
                <a:solidFill>
                  <a:schemeClr val="accent2">
                    <a:lumMod val="75000"/>
                  </a:schemeClr>
                </a:solidFill>
              </a:rPr>
              <a:t>Panic Disorder</a:t>
            </a:r>
          </a:p>
        </p:txBody>
      </p:sp>
      <p:sp>
        <p:nvSpPr>
          <p:cNvPr id="12291" name="Rectangle 3"/>
          <p:cNvSpPr>
            <a:spLocks noGrp="1" noChangeArrowheads="1"/>
          </p:cNvSpPr>
          <p:nvPr>
            <p:ph type="body" idx="1"/>
          </p:nvPr>
        </p:nvSpPr>
        <p:spPr>
          <a:xfrm>
            <a:off x="395785" y="1676400"/>
            <a:ext cx="8559303" cy="4456113"/>
          </a:xfrm>
        </p:spPr>
        <p:txBody>
          <a:bodyPr>
            <a:noAutofit/>
          </a:bodyPr>
          <a:lstStyle/>
          <a:p>
            <a:pPr algn="just">
              <a:lnSpc>
                <a:spcPct val="80000"/>
              </a:lnSpc>
              <a:defRPr/>
            </a:pPr>
            <a:r>
              <a:rPr lang="en-US" sz="2400" dirty="0"/>
              <a:t>a sudden episode of extreme anxiety that rapidly escalates </a:t>
            </a:r>
            <a:r>
              <a:rPr lang="en-US" sz="2400" dirty="0" smtClean="0"/>
              <a:t>in </a:t>
            </a:r>
            <a:r>
              <a:rPr lang="en-US" sz="2400" dirty="0"/>
              <a:t>intensity. (</a:t>
            </a:r>
            <a:r>
              <a:rPr lang="en-US" sz="2400" dirty="0">
                <a:solidFill>
                  <a:srgbClr val="00B0F0"/>
                </a:solidFill>
              </a:rPr>
              <a:t>Specific, time bound</a:t>
            </a:r>
            <a:r>
              <a:rPr lang="en-US" sz="2400" dirty="0"/>
              <a:t>)</a:t>
            </a:r>
          </a:p>
          <a:p>
            <a:pPr algn="just">
              <a:lnSpc>
                <a:spcPct val="80000"/>
              </a:lnSpc>
              <a:defRPr/>
            </a:pPr>
            <a:r>
              <a:rPr lang="en-US" sz="2400" dirty="0" smtClean="0"/>
              <a:t>Can last from </a:t>
            </a:r>
            <a:r>
              <a:rPr lang="en-US" sz="2400" b="1" dirty="0" smtClean="0">
                <a:solidFill>
                  <a:srgbClr val="FF0000"/>
                </a:solidFill>
              </a:rPr>
              <a:t>seconds</a:t>
            </a:r>
            <a:r>
              <a:rPr lang="en-US" sz="2400" dirty="0" smtClean="0"/>
              <a:t> to </a:t>
            </a:r>
            <a:r>
              <a:rPr lang="en-US" sz="2400" b="1" dirty="0" smtClean="0">
                <a:solidFill>
                  <a:srgbClr val="FF0000"/>
                </a:solidFill>
              </a:rPr>
              <a:t>hours</a:t>
            </a:r>
          </a:p>
          <a:p>
            <a:pPr lvl="1" algn="just" eaLnBrk="1" hangingPunct="1">
              <a:lnSpc>
                <a:spcPct val="80000"/>
              </a:lnSpc>
              <a:defRPr/>
            </a:pPr>
            <a:r>
              <a:rPr lang="en-US" sz="2400" dirty="0" smtClean="0"/>
              <a:t>No particular stimulus to bring it on</a:t>
            </a:r>
          </a:p>
          <a:p>
            <a:pPr lvl="1" algn="just" eaLnBrk="1" hangingPunct="1">
              <a:lnSpc>
                <a:spcPct val="80000"/>
              </a:lnSpc>
              <a:defRPr/>
            </a:pPr>
            <a:r>
              <a:rPr lang="en-US" sz="2400" dirty="0" smtClean="0">
                <a:cs typeface="Arial" pitchFamily="34" charset="0"/>
              </a:rPr>
              <a:t>intense </a:t>
            </a:r>
            <a:r>
              <a:rPr lang="en-US" sz="2400" dirty="0">
                <a:cs typeface="Arial" pitchFamily="34" charset="0"/>
              </a:rPr>
              <a:t>physical symptoms and </a:t>
            </a:r>
            <a:r>
              <a:rPr lang="en-US" sz="2400" dirty="0" smtClean="0">
                <a:cs typeface="Arial" pitchFamily="34" charset="0"/>
              </a:rPr>
              <a:t>sudden </a:t>
            </a:r>
            <a:r>
              <a:rPr lang="en-US" sz="2400" dirty="0">
                <a:cs typeface="Arial" pitchFamily="34" charset="0"/>
              </a:rPr>
              <a:t>overpowering feelings of </a:t>
            </a:r>
            <a:r>
              <a:rPr lang="en-US" sz="2400" dirty="0">
                <a:solidFill>
                  <a:srgbClr val="FF0000"/>
                </a:solidFill>
                <a:cs typeface="Arial" pitchFamily="34" charset="0"/>
              </a:rPr>
              <a:t>terror</a:t>
            </a:r>
            <a:r>
              <a:rPr lang="en-US" sz="2400" dirty="0">
                <a:cs typeface="Arial" pitchFamily="34" charset="0"/>
              </a:rPr>
              <a:t>. </a:t>
            </a:r>
            <a:endParaRPr lang="en-US" sz="2400" dirty="0" smtClean="0">
              <a:cs typeface="Arial" pitchFamily="34" charset="0"/>
            </a:endParaRPr>
          </a:p>
          <a:p>
            <a:pPr lvl="1" algn="just" eaLnBrk="1" hangingPunct="1">
              <a:lnSpc>
                <a:spcPct val="80000"/>
              </a:lnSpc>
              <a:defRPr/>
            </a:pPr>
            <a:r>
              <a:rPr lang="en-US" sz="2400" dirty="0" smtClean="0">
                <a:cs typeface="Arial" pitchFamily="34" charset="0"/>
              </a:rPr>
              <a:t>People </a:t>
            </a:r>
            <a:r>
              <a:rPr lang="en-US" sz="2400" dirty="0">
                <a:cs typeface="Arial" pitchFamily="34" charset="0"/>
              </a:rPr>
              <a:t>having panic attacks sometimes believe they are having 	</a:t>
            </a:r>
            <a:r>
              <a:rPr lang="en-US" sz="2400" b="1" dirty="0">
                <a:cs typeface="Arial" pitchFamily="34" charset="0"/>
              </a:rPr>
              <a:t>heart attacks, losing their</a:t>
            </a:r>
            <a:r>
              <a:rPr lang="en-US" sz="2400" dirty="0">
                <a:cs typeface="Arial" pitchFamily="34" charset="0"/>
              </a:rPr>
              <a:t> </a:t>
            </a:r>
            <a:r>
              <a:rPr lang="en-US" sz="2400" b="1" dirty="0">
                <a:cs typeface="Arial" pitchFamily="34" charset="0"/>
              </a:rPr>
              <a:t>minds, or on the verge of death</a:t>
            </a:r>
          </a:p>
          <a:p>
            <a:pPr algn="just"/>
            <a:r>
              <a:rPr lang="en-US" altLang="en-US" sz="2400" dirty="0" smtClean="0"/>
              <a:t>Symptoms</a:t>
            </a:r>
          </a:p>
          <a:p>
            <a:pPr lvl="1" algn="just"/>
            <a:r>
              <a:rPr lang="en-US" altLang="en-US" sz="2400" i="1" dirty="0" smtClean="0"/>
              <a:t>rapid breathing, increased heart rate, chest pains, sweating, trembling and faintness</a:t>
            </a:r>
            <a:r>
              <a:rPr lang="en-US" altLang="en-US" sz="2800" i="1" dirty="0" smtClean="0"/>
              <a:t>.</a:t>
            </a:r>
          </a:p>
          <a:p>
            <a:pPr lvl="1" algn="just" eaLnBrk="1" hangingPunct="1">
              <a:lnSpc>
                <a:spcPct val="80000"/>
              </a:lnSpc>
              <a:defRPr/>
            </a:pPr>
            <a:endParaRPr lang="en-US" sz="2800" dirty="0" smtClean="0"/>
          </a:p>
        </p:txBody>
      </p:sp>
    </p:spTree>
    <p:extLst>
      <p:ext uri="{BB962C8B-B14F-4D97-AF65-F5344CB8AC3E}">
        <p14:creationId xmlns="" xmlns:p14="http://schemas.microsoft.com/office/powerpoint/2010/main" val="1836557922"/>
      </p:ext>
    </p:extLst>
  </p:cSld>
  <p:clrMapOvr>
    <a:masterClrMapping/>
  </p:clrMapOvr>
  <p:transition>
    <p:cove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a:bodyPr>
          <a:lstStyle/>
          <a:p>
            <a:pPr eaLnBrk="1" hangingPunct="1"/>
            <a:r>
              <a:rPr lang="en-US" altLang="en-US" sz="2800" b="1" dirty="0" smtClean="0">
                <a:solidFill>
                  <a:schemeClr val="accent2">
                    <a:lumMod val="75000"/>
                  </a:schemeClr>
                </a:solidFill>
              </a:rPr>
              <a:t>2.3 </a:t>
            </a:r>
            <a:r>
              <a:rPr lang="en-US" altLang="en-US" sz="2800" b="1" dirty="0" smtClean="0">
                <a:solidFill>
                  <a:schemeClr val="accent2">
                    <a:lumMod val="75000"/>
                  </a:schemeClr>
                </a:solidFill>
              </a:rPr>
              <a:t>Phobic Disorders</a:t>
            </a:r>
          </a:p>
        </p:txBody>
      </p:sp>
      <p:sp>
        <p:nvSpPr>
          <p:cNvPr id="13315" name="Rectangle 3"/>
          <p:cNvSpPr>
            <a:spLocks noGrp="1" noChangeArrowheads="1"/>
          </p:cNvSpPr>
          <p:nvPr>
            <p:ph type="body" idx="1"/>
          </p:nvPr>
        </p:nvSpPr>
        <p:spPr>
          <a:xfrm>
            <a:off x="109182" y="1600200"/>
            <a:ext cx="8656866" cy="5257800"/>
          </a:xfrm>
        </p:spPr>
        <p:txBody>
          <a:bodyPr>
            <a:normAutofit fontScale="70000" lnSpcReduction="20000"/>
          </a:bodyPr>
          <a:lstStyle/>
          <a:p>
            <a:pPr eaLnBrk="1" hangingPunct="1">
              <a:lnSpc>
                <a:spcPct val="110000"/>
              </a:lnSpc>
            </a:pPr>
            <a:r>
              <a:rPr lang="en-US" altLang="en-US" sz="3600" dirty="0" smtClean="0"/>
              <a:t>A </a:t>
            </a:r>
            <a:r>
              <a:rPr lang="en-US" altLang="en-US" sz="3600" dirty="0" smtClean="0">
                <a:solidFill>
                  <a:srgbClr val="FF0000"/>
                </a:solidFill>
              </a:rPr>
              <a:t>persistent and excessive anxiety, fear of </a:t>
            </a:r>
            <a:r>
              <a:rPr lang="en-US" altLang="en-US" sz="3600" b="1" dirty="0" smtClean="0">
                <a:solidFill>
                  <a:srgbClr val="7030A0"/>
                </a:solidFill>
              </a:rPr>
              <a:t>some object</a:t>
            </a:r>
            <a:r>
              <a:rPr lang="en-US" altLang="en-US" sz="3600" dirty="0" smtClean="0">
                <a:solidFill>
                  <a:srgbClr val="FF0000"/>
                </a:solidFill>
              </a:rPr>
              <a:t>, activity, or situation</a:t>
            </a:r>
            <a:r>
              <a:rPr lang="en-US" altLang="en-US" sz="3600" dirty="0" smtClean="0"/>
              <a:t> that consistently leads a person to avoid it.</a:t>
            </a:r>
          </a:p>
          <a:p>
            <a:pPr lvl="1" eaLnBrk="1" hangingPunct="1">
              <a:lnSpc>
                <a:spcPct val="110000"/>
              </a:lnSpc>
            </a:pPr>
            <a:r>
              <a:rPr lang="en-US" altLang="en-US" sz="3600" dirty="0" smtClean="0"/>
              <a:t>No real or significant threat involved</a:t>
            </a:r>
          </a:p>
          <a:p>
            <a:pPr lvl="1" eaLnBrk="1" hangingPunct="1">
              <a:lnSpc>
                <a:spcPct val="110000"/>
              </a:lnSpc>
            </a:pPr>
            <a:r>
              <a:rPr lang="en-US" altLang="en-US" sz="3600" dirty="0" smtClean="0"/>
              <a:t>The fear is </a:t>
            </a:r>
            <a:r>
              <a:rPr lang="en-US" altLang="en-US" sz="3600" dirty="0" smtClean="0"/>
              <a:t>unreasonable (</a:t>
            </a:r>
            <a:r>
              <a:rPr lang="en-US" altLang="en-US" sz="3600" dirty="0" err="1" smtClean="0"/>
              <a:t>ilogical</a:t>
            </a:r>
            <a:r>
              <a:rPr lang="en-US" altLang="en-US" sz="3600" dirty="0" smtClean="0"/>
              <a:t>)</a:t>
            </a:r>
            <a:endParaRPr lang="en-US" altLang="en-US" sz="3600" dirty="0" smtClean="0"/>
          </a:p>
          <a:p>
            <a:pPr eaLnBrk="1" hangingPunct="1">
              <a:lnSpc>
                <a:spcPct val="110000"/>
              </a:lnSpc>
            </a:pPr>
            <a:r>
              <a:rPr lang="en-US" altLang="en-US" sz="3600" dirty="0" smtClean="0"/>
              <a:t>Two main categories of phobic disorders</a:t>
            </a:r>
          </a:p>
          <a:p>
            <a:pPr lvl="1" eaLnBrk="1" hangingPunct="1">
              <a:lnSpc>
                <a:spcPct val="110000"/>
              </a:lnSpc>
            </a:pPr>
            <a:r>
              <a:rPr lang="en-US" altLang="en-US" sz="3600" dirty="0" smtClean="0"/>
              <a:t>Specific Phobias</a:t>
            </a:r>
          </a:p>
          <a:p>
            <a:pPr lvl="2" eaLnBrk="1" hangingPunct="1">
              <a:lnSpc>
                <a:spcPct val="110000"/>
              </a:lnSpc>
            </a:pPr>
            <a:r>
              <a:rPr lang="en-US" altLang="en-US" sz="3600" dirty="0" smtClean="0"/>
              <a:t>Animals or insects</a:t>
            </a:r>
          </a:p>
          <a:p>
            <a:pPr lvl="2" eaLnBrk="1" hangingPunct="1">
              <a:lnSpc>
                <a:spcPct val="110000"/>
              </a:lnSpc>
            </a:pPr>
            <a:r>
              <a:rPr lang="en-US" altLang="en-US" sz="3600" dirty="0" smtClean="0"/>
              <a:t>Physical environment –heights, elevators</a:t>
            </a:r>
          </a:p>
          <a:p>
            <a:pPr lvl="2" eaLnBrk="1" hangingPunct="1">
              <a:lnSpc>
                <a:spcPct val="110000"/>
              </a:lnSpc>
            </a:pPr>
            <a:r>
              <a:rPr lang="en-US" altLang="en-US" sz="3600" dirty="0" smtClean="0"/>
              <a:t>Specific situations – airplanes</a:t>
            </a:r>
          </a:p>
          <a:p>
            <a:pPr lvl="1" eaLnBrk="1" hangingPunct="1">
              <a:lnSpc>
                <a:spcPct val="110000"/>
              </a:lnSpc>
            </a:pPr>
            <a:r>
              <a:rPr lang="en-US" altLang="en-US" sz="3600" dirty="0" smtClean="0"/>
              <a:t>Social phobias</a:t>
            </a:r>
          </a:p>
          <a:p>
            <a:pPr lvl="2" eaLnBrk="1" hangingPunct="1">
              <a:lnSpc>
                <a:spcPct val="110000"/>
              </a:lnSpc>
            </a:pPr>
            <a:r>
              <a:rPr lang="en-US" altLang="en-US" sz="3600" dirty="0" smtClean="0"/>
              <a:t>Persistent fears of social or performance situations in which embarrassment could occur</a:t>
            </a:r>
          </a:p>
          <a:p>
            <a:pPr lvl="3" eaLnBrk="1" hangingPunct="1">
              <a:lnSpc>
                <a:spcPct val="110000"/>
              </a:lnSpc>
            </a:pPr>
            <a:r>
              <a:rPr lang="en-US" altLang="en-US" sz="3600" dirty="0" smtClean="0"/>
              <a:t>Public speaking</a:t>
            </a:r>
          </a:p>
          <a:p>
            <a:pPr lvl="3" eaLnBrk="1" hangingPunct="1">
              <a:lnSpc>
                <a:spcPct val="80000"/>
              </a:lnSpc>
            </a:pPr>
            <a:endParaRPr lang="en-US" altLang="en-US" sz="1400" dirty="0" smtClean="0"/>
          </a:p>
        </p:txBody>
      </p:sp>
    </p:spTree>
    <p:extLst>
      <p:ext uri="{BB962C8B-B14F-4D97-AF65-F5344CB8AC3E}">
        <p14:creationId xmlns="" xmlns:p14="http://schemas.microsoft.com/office/powerpoint/2010/main" val="1686382480"/>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wipe(down)">
                                      <p:cBhvr>
                                        <p:cTn id="7" dur="500"/>
                                        <p:tgtEl>
                                          <p:spTgt spid="13315">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3315">
                                            <p:txEl>
                                              <p:pRg st="1" end="1"/>
                                            </p:txEl>
                                          </p:spTgt>
                                        </p:tgtEl>
                                        <p:attrNameLst>
                                          <p:attrName>style.visibility</p:attrName>
                                        </p:attrNameLst>
                                      </p:cBhvr>
                                      <p:to>
                                        <p:strVal val="visible"/>
                                      </p:to>
                                    </p:set>
                                    <p:animEffect transition="in" filter="wipe(down)">
                                      <p:cBhvr>
                                        <p:cTn id="10" dur="500"/>
                                        <p:tgtEl>
                                          <p:spTgt spid="13315">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3315">
                                            <p:txEl>
                                              <p:pRg st="2" end="2"/>
                                            </p:txEl>
                                          </p:spTgt>
                                        </p:tgtEl>
                                        <p:attrNameLst>
                                          <p:attrName>style.visibility</p:attrName>
                                        </p:attrNameLst>
                                      </p:cBhvr>
                                      <p:to>
                                        <p:strVal val="visible"/>
                                      </p:to>
                                    </p:set>
                                    <p:animEffect transition="in" filter="wipe(down)">
                                      <p:cBhvr>
                                        <p:cTn id="13" dur="500"/>
                                        <p:tgtEl>
                                          <p:spTgt spid="1331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3315">
                                            <p:txEl>
                                              <p:pRg st="3" end="3"/>
                                            </p:txEl>
                                          </p:spTgt>
                                        </p:tgtEl>
                                        <p:attrNameLst>
                                          <p:attrName>style.visibility</p:attrName>
                                        </p:attrNameLst>
                                      </p:cBhvr>
                                      <p:to>
                                        <p:strVal val="visible"/>
                                      </p:to>
                                    </p:set>
                                    <p:animEffect transition="in" filter="wipe(down)">
                                      <p:cBhvr>
                                        <p:cTn id="18" dur="500"/>
                                        <p:tgtEl>
                                          <p:spTgt spid="13315">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3315">
                                            <p:txEl>
                                              <p:pRg st="4" end="4"/>
                                            </p:txEl>
                                          </p:spTgt>
                                        </p:tgtEl>
                                        <p:attrNameLst>
                                          <p:attrName>style.visibility</p:attrName>
                                        </p:attrNameLst>
                                      </p:cBhvr>
                                      <p:to>
                                        <p:strVal val="visible"/>
                                      </p:to>
                                    </p:set>
                                    <p:animEffect transition="in" filter="wipe(down)">
                                      <p:cBhvr>
                                        <p:cTn id="21" dur="500"/>
                                        <p:tgtEl>
                                          <p:spTgt spid="13315">
                                            <p:txEl>
                                              <p:pRg st="4" end="4"/>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3315">
                                            <p:txEl>
                                              <p:pRg st="5" end="5"/>
                                            </p:txEl>
                                          </p:spTgt>
                                        </p:tgtEl>
                                        <p:attrNameLst>
                                          <p:attrName>style.visibility</p:attrName>
                                        </p:attrNameLst>
                                      </p:cBhvr>
                                      <p:to>
                                        <p:strVal val="visible"/>
                                      </p:to>
                                    </p:set>
                                    <p:animEffect transition="in" filter="wipe(down)">
                                      <p:cBhvr>
                                        <p:cTn id="24" dur="500"/>
                                        <p:tgtEl>
                                          <p:spTgt spid="13315">
                                            <p:txEl>
                                              <p:pRg st="5" end="5"/>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3315">
                                            <p:txEl>
                                              <p:pRg st="6" end="6"/>
                                            </p:txEl>
                                          </p:spTgt>
                                        </p:tgtEl>
                                        <p:attrNameLst>
                                          <p:attrName>style.visibility</p:attrName>
                                        </p:attrNameLst>
                                      </p:cBhvr>
                                      <p:to>
                                        <p:strVal val="visible"/>
                                      </p:to>
                                    </p:set>
                                    <p:animEffect transition="in" filter="wipe(down)">
                                      <p:cBhvr>
                                        <p:cTn id="27" dur="500"/>
                                        <p:tgtEl>
                                          <p:spTgt spid="13315">
                                            <p:txEl>
                                              <p:pRg st="6" end="6"/>
                                            </p:txEl>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13315">
                                            <p:txEl>
                                              <p:pRg st="7" end="7"/>
                                            </p:txEl>
                                          </p:spTgt>
                                        </p:tgtEl>
                                        <p:attrNameLst>
                                          <p:attrName>style.visibility</p:attrName>
                                        </p:attrNameLst>
                                      </p:cBhvr>
                                      <p:to>
                                        <p:strVal val="visible"/>
                                      </p:to>
                                    </p:set>
                                    <p:animEffect transition="in" filter="wipe(down)">
                                      <p:cBhvr>
                                        <p:cTn id="30" dur="500"/>
                                        <p:tgtEl>
                                          <p:spTgt spid="13315">
                                            <p:txEl>
                                              <p:pRg st="7" end="7"/>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13315">
                                            <p:txEl>
                                              <p:pRg st="8" end="8"/>
                                            </p:txEl>
                                          </p:spTgt>
                                        </p:tgtEl>
                                        <p:attrNameLst>
                                          <p:attrName>style.visibility</p:attrName>
                                        </p:attrNameLst>
                                      </p:cBhvr>
                                      <p:to>
                                        <p:strVal val="visible"/>
                                      </p:to>
                                    </p:set>
                                    <p:animEffect transition="in" filter="wipe(down)">
                                      <p:cBhvr>
                                        <p:cTn id="33" dur="500"/>
                                        <p:tgtEl>
                                          <p:spTgt spid="13315">
                                            <p:txEl>
                                              <p:pRg st="8" end="8"/>
                                            </p:txEl>
                                          </p:spTgt>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3315">
                                            <p:txEl>
                                              <p:pRg st="9" end="9"/>
                                            </p:txEl>
                                          </p:spTgt>
                                        </p:tgtEl>
                                        <p:attrNameLst>
                                          <p:attrName>style.visibility</p:attrName>
                                        </p:attrNameLst>
                                      </p:cBhvr>
                                      <p:to>
                                        <p:strVal val="visible"/>
                                      </p:to>
                                    </p:set>
                                    <p:animEffect transition="in" filter="wipe(down)">
                                      <p:cBhvr>
                                        <p:cTn id="36" dur="500"/>
                                        <p:tgtEl>
                                          <p:spTgt spid="13315">
                                            <p:txEl>
                                              <p:pRg st="9" end="9"/>
                                            </p:tx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3315">
                                            <p:txEl>
                                              <p:pRg st="10" end="10"/>
                                            </p:txEl>
                                          </p:spTgt>
                                        </p:tgtEl>
                                        <p:attrNameLst>
                                          <p:attrName>style.visibility</p:attrName>
                                        </p:attrNameLst>
                                      </p:cBhvr>
                                      <p:to>
                                        <p:strVal val="visible"/>
                                      </p:to>
                                    </p:set>
                                    <p:animEffect transition="in" filter="wipe(down)">
                                      <p:cBhvr>
                                        <p:cTn id="39" dur="500"/>
                                        <p:tgtEl>
                                          <p:spTgt spid="1331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4699" y="309092"/>
            <a:ext cx="8577329" cy="6323527"/>
          </a:xfrm>
          <a:ln>
            <a:solidFill>
              <a:schemeClr val="accent1"/>
            </a:solidFill>
          </a:ln>
        </p:spPr>
        <p:txBody>
          <a:bodyPr>
            <a:normAutofit/>
          </a:bodyPr>
          <a:lstStyle/>
          <a:p>
            <a:r>
              <a:rPr lang="en-US" b="1" u="sng" dirty="0" smtClean="0">
                <a:solidFill>
                  <a:srgbClr val="FF0000"/>
                </a:solidFill>
              </a:rPr>
              <a:t>Phobia </a:t>
            </a:r>
            <a:r>
              <a:rPr lang="en-US" b="1" u="sng" dirty="0">
                <a:solidFill>
                  <a:srgbClr val="FF0000"/>
                </a:solidFill>
              </a:rPr>
              <a:t>types                    </a:t>
            </a:r>
            <a:r>
              <a:rPr lang="en-US" b="1" u="sng" dirty="0" smtClean="0">
                <a:solidFill>
                  <a:srgbClr val="FF0000"/>
                </a:solidFill>
              </a:rPr>
              <a:t>       Feared </a:t>
            </a:r>
            <a:r>
              <a:rPr lang="en-US" b="1" u="sng" dirty="0">
                <a:solidFill>
                  <a:srgbClr val="FF0000"/>
                </a:solidFill>
              </a:rPr>
              <a:t>objects or situation </a:t>
            </a:r>
          </a:p>
          <a:p>
            <a:pPr marL="0" indent="0">
              <a:buNone/>
            </a:pPr>
            <a:r>
              <a:rPr lang="en-US" dirty="0" smtClean="0"/>
              <a:t>1. Acrophobia.........................................High place 2.Claustrophobia...................................Enclosed </a:t>
            </a:r>
            <a:r>
              <a:rPr lang="en-US" dirty="0"/>
              <a:t>places </a:t>
            </a:r>
            <a:r>
              <a:rPr lang="en-US" dirty="0" smtClean="0"/>
              <a:t>  </a:t>
            </a:r>
          </a:p>
          <a:p>
            <a:pPr marL="0" indent="0">
              <a:buNone/>
            </a:pPr>
            <a:r>
              <a:rPr lang="en-US" dirty="0" smtClean="0"/>
              <a:t> 3. </a:t>
            </a:r>
            <a:r>
              <a:rPr lang="en-US" dirty="0" err="1" smtClean="0"/>
              <a:t>Ergasiophobia</a:t>
            </a:r>
            <a:r>
              <a:rPr lang="en-US" dirty="0" smtClean="0"/>
              <a:t>......................................Work </a:t>
            </a:r>
            <a:endParaRPr lang="en-US" dirty="0"/>
          </a:p>
          <a:p>
            <a:pPr marL="0" indent="0">
              <a:buNone/>
            </a:pPr>
            <a:r>
              <a:rPr lang="en-US" dirty="0" smtClean="0"/>
              <a:t>4. </a:t>
            </a:r>
            <a:r>
              <a:rPr lang="en-US" dirty="0" err="1" smtClean="0"/>
              <a:t>Gramophobia</a:t>
            </a:r>
            <a:r>
              <a:rPr lang="en-US" dirty="0" smtClean="0"/>
              <a:t>.......................................Marriage </a:t>
            </a:r>
          </a:p>
          <a:p>
            <a:pPr marL="0" indent="0">
              <a:buNone/>
            </a:pPr>
            <a:r>
              <a:rPr lang="en-US" dirty="0" smtClean="0"/>
              <a:t>5. </a:t>
            </a:r>
            <a:r>
              <a:rPr lang="en-US" dirty="0" err="1" smtClean="0"/>
              <a:t>Haphephobia</a:t>
            </a:r>
            <a:r>
              <a:rPr lang="en-US" dirty="0" smtClean="0"/>
              <a:t>.......................................Being </a:t>
            </a:r>
            <a:r>
              <a:rPr lang="en-US" dirty="0"/>
              <a:t>touched </a:t>
            </a:r>
            <a:endParaRPr lang="en-US" dirty="0" smtClean="0"/>
          </a:p>
          <a:p>
            <a:pPr marL="0" indent="0">
              <a:buNone/>
            </a:pPr>
            <a:r>
              <a:rPr lang="en-US" dirty="0" smtClean="0"/>
              <a:t>6. </a:t>
            </a:r>
            <a:r>
              <a:rPr lang="en-US" dirty="0" err="1" smtClean="0"/>
              <a:t>Hematophobia</a:t>
            </a:r>
            <a:r>
              <a:rPr lang="en-US" dirty="0"/>
              <a:t>............................................... Blood </a:t>
            </a:r>
          </a:p>
          <a:p>
            <a:pPr marL="0" indent="0">
              <a:buNone/>
            </a:pPr>
            <a:r>
              <a:rPr lang="en-US" dirty="0" smtClean="0"/>
              <a:t>7. Monophobia............................................. </a:t>
            </a:r>
            <a:r>
              <a:rPr lang="en-US" dirty="0"/>
              <a:t>Being alone </a:t>
            </a:r>
            <a:endParaRPr lang="en-US" dirty="0" smtClean="0"/>
          </a:p>
          <a:p>
            <a:pPr marL="0" indent="0">
              <a:buNone/>
            </a:pPr>
            <a:r>
              <a:rPr lang="en-US" dirty="0" smtClean="0"/>
              <a:t>8. </a:t>
            </a:r>
            <a:r>
              <a:rPr lang="en-US" dirty="0" err="1" smtClean="0"/>
              <a:t>Ocholophobia</a:t>
            </a:r>
            <a:r>
              <a:rPr lang="en-US" dirty="0"/>
              <a:t>................................................ Crowds </a:t>
            </a:r>
          </a:p>
          <a:p>
            <a:pPr marL="0" indent="0">
              <a:buNone/>
            </a:pPr>
            <a:r>
              <a:rPr lang="en-US" dirty="0" smtClean="0"/>
              <a:t>9. </a:t>
            </a:r>
            <a:r>
              <a:rPr lang="en-US" dirty="0" smtClean="0">
                <a:solidFill>
                  <a:srgbClr val="FF0000"/>
                </a:solidFill>
              </a:rPr>
              <a:t>Xenophobia</a:t>
            </a:r>
            <a:r>
              <a:rPr lang="en-US" dirty="0"/>
              <a:t>................................................... Strangers </a:t>
            </a:r>
            <a:endParaRPr lang="en-US" dirty="0" smtClean="0"/>
          </a:p>
          <a:p>
            <a:pPr marL="0" indent="0">
              <a:buNone/>
            </a:pPr>
            <a:r>
              <a:rPr lang="en-US" dirty="0" smtClean="0"/>
              <a:t>10. </a:t>
            </a:r>
            <a:r>
              <a:rPr lang="en-US" dirty="0" err="1" smtClean="0"/>
              <a:t>Ophidiophobia</a:t>
            </a:r>
            <a:r>
              <a:rPr lang="en-US" dirty="0" smtClean="0"/>
              <a:t>...................................... </a:t>
            </a:r>
            <a:r>
              <a:rPr lang="en-US" dirty="0"/>
              <a:t>Fear of snakes</a:t>
            </a:r>
          </a:p>
          <a:p>
            <a:pPr marL="0" indent="0">
              <a:buNone/>
            </a:pPr>
            <a:endParaRPr lang="en-US" dirty="0"/>
          </a:p>
        </p:txBody>
      </p:sp>
    </p:spTree>
    <p:extLst>
      <p:ext uri="{BB962C8B-B14F-4D97-AF65-F5344CB8AC3E}">
        <p14:creationId xmlns="" xmlns:p14="http://schemas.microsoft.com/office/powerpoint/2010/main" val="14674752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91548" y="228600"/>
            <a:ext cx="8474500" cy="990600"/>
          </a:xfrm>
        </p:spPr>
        <p:txBody>
          <a:bodyPr>
            <a:noAutofit/>
          </a:bodyPr>
          <a:lstStyle/>
          <a:p>
            <a:pPr eaLnBrk="1" hangingPunct="1"/>
            <a:r>
              <a:rPr lang="en-US" altLang="en-US" sz="2800" b="1" dirty="0" smtClean="0">
                <a:solidFill>
                  <a:schemeClr val="accent2">
                    <a:lumMod val="75000"/>
                  </a:schemeClr>
                </a:solidFill>
              </a:rPr>
              <a:t>2.4 </a:t>
            </a:r>
            <a:r>
              <a:rPr lang="en-US" altLang="en-US" sz="2800" b="1" dirty="0" smtClean="0">
                <a:solidFill>
                  <a:schemeClr val="accent2">
                    <a:lumMod val="75000"/>
                  </a:schemeClr>
                </a:solidFill>
              </a:rPr>
              <a:t>Obsessive-Compulsive Disorder (OCD)</a:t>
            </a:r>
          </a:p>
        </p:txBody>
      </p:sp>
      <p:sp>
        <p:nvSpPr>
          <p:cNvPr id="14339" name="Rectangle 3"/>
          <p:cNvSpPr>
            <a:spLocks noGrp="1" noChangeArrowheads="1"/>
          </p:cNvSpPr>
          <p:nvPr>
            <p:ph type="body" idx="1"/>
          </p:nvPr>
        </p:nvSpPr>
        <p:spPr>
          <a:xfrm>
            <a:off x="218364" y="1446663"/>
            <a:ext cx="8720919" cy="5199796"/>
          </a:xfrm>
        </p:spPr>
        <p:txBody>
          <a:bodyPr>
            <a:normAutofit lnSpcReduction="10000"/>
          </a:bodyPr>
          <a:lstStyle/>
          <a:p>
            <a:pPr algn="just">
              <a:lnSpc>
                <a:spcPct val="150000"/>
              </a:lnSpc>
            </a:pPr>
            <a:r>
              <a:rPr lang="en-US" altLang="en-US" sz="3200" dirty="0" smtClean="0"/>
              <a:t> </a:t>
            </a:r>
            <a:r>
              <a:rPr lang="en-US" sz="2400" b="1" dirty="0"/>
              <a:t>An Obsession</a:t>
            </a:r>
            <a:r>
              <a:rPr lang="en-US" sz="2400" dirty="0"/>
              <a:t> is an </a:t>
            </a:r>
            <a:r>
              <a:rPr lang="en-US" sz="2400" dirty="0">
                <a:solidFill>
                  <a:srgbClr val="FF0000"/>
                </a:solidFill>
              </a:rPr>
              <a:t>involuntary, irrational thought </a:t>
            </a:r>
            <a:r>
              <a:rPr lang="en-US" sz="2400" dirty="0"/>
              <a:t>that occurs repeatedly. Sometimes it is mild.</a:t>
            </a:r>
          </a:p>
          <a:p>
            <a:pPr algn="just">
              <a:lnSpc>
                <a:spcPct val="150000"/>
              </a:lnSpc>
            </a:pPr>
            <a:r>
              <a:rPr lang="en-US" sz="2400" b="1" dirty="0" smtClean="0"/>
              <a:t>A </a:t>
            </a:r>
            <a:r>
              <a:rPr lang="en-US" sz="2400" b="1" dirty="0"/>
              <a:t>compulsion</a:t>
            </a:r>
            <a:r>
              <a:rPr lang="en-US" sz="2400" dirty="0"/>
              <a:t> is an </a:t>
            </a:r>
            <a:r>
              <a:rPr lang="en-US" sz="2400" dirty="0">
                <a:solidFill>
                  <a:srgbClr val="FF0000"/>
                </a:solidFill>
              </a:rPr>
              <a:t>action that a person uncontrollably performs </a:t>
            </a:r>
            <a:r>
              <a:rPr lang="en-US" sz="2400" dirty="0"/>
              <a:t>again and again although she or he has no conscious desire to do so. The act is often senseless such as looking under the bed several times before going to sleep or locking and unlocking the door several times before going out.  </a:t>
            </a:r>
          </a:p>
          <a:p>
            <a:pPr algn="just">
              <a:lnSpc>
                <a:spcPct val="150000"/>
              </a:lnSpc>
            </a:pPr>
            <a:r>
              <a:rPr lang="en-US" sz="2400" dirty="0"/>
              <a:t> </a:t>
            </a:r>
            <a:r>
              <a:rPr lang="en-US" sz="2400" b="1" dirty="0"/>
              <a:t>Example:</a:t>
            </a:r>
            <a:r>
              <a:rPr lang="en-US" sz="2400" dirty="0"/>
              <a:t> a person locking and unlocking a door before leaving home. At other times it can be severe.</a:t>
            </a:r>
          </a:p>
          <a:p>
            <a:pPr eaLnBrk="1" hangingPunct="1">
              <a:lnSpc>
                <a:spcPct val="110000"/>
              </a:lnSpc>
            </a:pPr>
            <a:endParaRPr lang="en-US" altLang="en-US" sz="2400" dirty="0" smtClean="0"/>
          </a:p>
          <a:p>
            <a:pPr lvl="1" eaLnBrk="1" hangingPunct="1">
              <a:lnSpc>
                <a:spcPct val="90000"/>
              </a:lnSpc>
              <a:buNone/>
            </a:pPr>
            <a:endParaRPr lang="en-US" altLang="en-US" sz="2000" dirty="0" smtClean="0"/>
          </a:p>
          <a:p>
            <a:pPr lvl="2" eaLnBrk="1" hangingPunct="1">
              <a:lnSpc>
                <a:spcPct val="90000"/>
              </a:lnSpc>
            </a:pPr>
            <a:endParaRPr lang="en-US" altLang="en-US" sz="1800" dirty="0" smtClean="0"/>
          </a:p>
        </p:txBody>
      </p:sp>
    </p:spTree>
    <p:extLst>
      <p:ext uri="{BB962C8B-B14F-4D97-AF65-F5344CB8AC3E}">
        <p14:creationId xmlns="" xmlns:p14="http://schemas.microsoft.com/office/powerpoint/2010/main" val="2666124009"/>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wipe(down)">
                                      <p:cBhvr>
                                        <p:cTn id="7" dur="500"/>
                                        <p:tgtEl>
                                          <p:spTgt spid="14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4339">
                                            <p:txEl>
                                              <p:pRg st="1" end="1"/>
                                            </p:txEl>
                                          </p:spTgt>
                                        </p:tgtEl>
                                        <p:attrNameLst>
                                          <p:attrName>style.visibility</p:attrName>
                                        </p:attrNameLst>
                                      </p:cBhvr>
                                      <p:to>
                                        <p:strVal val="visible"/>
                                      </p:to>
                                    </p:set>
                                    <p:animEffect transition="in" filter="wipe(down)">
                                      <p:cBhvr>
                                        <p:cTn id="12" dur="500"/>
                                        <p:tgtEl>
                                          <p:spTgt spid="143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a:bodyPr>
          <a:lstStyle/>
          <a:p>
            <a:pPr eaLnBrk="1" hangingPunct="1"/>
            <a:r>
              <a:rPr lang="en-US" altLang="en-US" sz="2800" b="1" dirty="0" smtClean="0">
                <a:solidFill>
                  <a:schemeClr val="accent2">
                    <a:lumMod val="75000"/>
                  </a:schemeClr>
                </a:solidFill>
              </a:rPr>
              <a:t>2.5 </a:t>
            </a:r>
            <a:r>
              <a:rPr lang="en-US" altLang="en-US" sz="2800" b="1" dirty="0" smtClean="0">
                <a:solidFill>
                  <a:schemeClr val="accent2">
                    <a:lumMod val="75000"/>
                  </a:schemeClr>
                </a:solidFill>
              </a:rPr>
              <a:t>Posttraumatic Stress Disorder (PTSD)</a:t>
            </a:r>
          </a:p>
        </p:txBody>
      </p:sp>
      <p:sp>
        <p:nvSpPr>
          <p:cNvPr id="16387" name="Rectangle 3"/>
          <p:cNvSpPr>
            <a:spLocks noGrp="1" noChangeArrowheads="1"/>
          </p:cNvSpPr>
          <p:nvPr>
            <p:ph type="body" idx="1"/>
          </p:nvPr>
        </p:nvSpPr>
        <p:spPr>
          <a:xfrm>
            <a:off x="341194" y="1600199"/>
            <a:ext cx="8707272" cy="5257801"/>
          </a:xfrm>
        </p:spPr>
        <p:txBody>
          <a:bodyPr>
            <a:normAutofit/>
          </a:bodyPr>
          <a:lstStyle/>
          <a:p>
            <a:pPr eaLnBrk="1" hangingPunct="1"/>
            <a:r>
              <a:rPr lang="en-US" altLang="en-US" sz="2400" i="1" dirty="0" smtClean="0"/>
              <a:t>Distressing</a:t>
            </a:r>
            <a:r>
              <a:rPr lang="en-US" altLang="en-US" sz="2400" dirty="0" smtClean="0"/>
              <a:t> symptoms that arise some time after the experience of a </a:t>
            </a:r>
            <a:r>
              <a:rPr lang="en-US" altLang="en-US" sz="2400" dirty="0" smtClean="0">
                <a:solidFill>
                  <a:srgbClr val="FF0000"/>
                </a:solidFill>
              </a:rPr>
              <a:t>highly traumatic event</a:t>
            </a:r>
          </a:p>
          <a:p>
            <a:pPr eaLnBrk="1" hangingPunct="1">
              <a:buNone/>
            </a:pPr>
            <a:r>
              <a:rPr lang="en-US" altLang="en-US" sz="3200" b="1" dirty="0" smtClean="0">
                <a:solidFill>
                  <a:srgbClr val="7030A0"/>
                </a:solidFill>
              </a:rPr>
              <a:t>Symptoms</a:t>
            </a:r>
            <a:endParaRPr lang="en-US" altLang="en-US" sz="2400" b="1" dirty="0" smtClean="0">
              <a:solidFill>
                <a:srgbClr val="7030A0"/>
              </a:solidFill>
            </a:endParaRPr>
          </a:p>
          <a:p>
            <a:pPr>
              <a:lnSpc>
                <a:spcPct val="80000"/>
              </a:lnSpc>
            </a:pPr>
            <a:r>
              <a:rPr lang="en-US" altLang="en-US" sz="2400" dirty="0" smtClean="0"/>
              <a:t>Re-experiencing the traumatic event</a:t>
            </a:r>
          </a:p>
          <a:p>
            <a:pPr lvl="1">
              <a:lnSpc>
                <a:spcPct val="80000"/>
              </a:lnSpc>
            </a:pPr>
            <a:r>
              <a:rPr lang="en-US" altLang="en-US" sz="2400" i="1" dirty="0" smtClean="0"/>
              <a:t>Flashbacks</a:t>
            </a:r>
          </a:p>
          <a:p>
            <a:pPr lvl="1">
              <a:lnSpc>
                <a:spcPct val="80000"/>
              </a:lnSpc>
            </a:pPr>
            <a:r>
              <a:rPr lang="en-US" altLang="en-US" sz="2400" i="1" dirty="0" smtClean="0"/>
              <a:t>Nightmares</a:t>
            </a:r>
          </a:p>
          <a:p>
            <a:pPr>
              <a:lnSpc>
                <a:spcPct val="80000"/>
              </a:lnSpc>
            </a:pPr>
            <a:r>
              <a:rPr lang="en-US" altLang="en-US" sz="2400" dirty="0" smtClean="0"/>
              <a:t>Avoidance of any possible reminders of the event</a:t>
            </a:r>
          </a:p>
          <a:p>
            <a:pPr lvl="1">
              <a:lnSpc>
                <a:spcPct val="80000"/>
              </a:lnSpc>
            </a:pPr>
            <a:r>
              <a:rPr lang="en-US" altLang="en-US" sz="2400" i="1" dirty="0" smtClean="0"/>
              <a:t>People who were there</a:t>
            </a:r>
          </a:p>
          <a:p>
            <a:pPr>
              <a:lnSpc>
                <a:spcPct val="80000"/>
              </a:lnSpc>
            </a:pPr>
            <a:r>
              <a:rPr lang="en-US" altLang="en-US" sz="2400" dirty="0" smtClean="0"/>
              <a:t>Increased arousal or alertness</a:t>
            </a:r>
          </a:p>
          <a:p>
            <a:pPr lvl="1">
              <a:lnSpc>
                <a:spcPct val="80000"/>
              </a:lnSpc>
            </a:pPr>
            <a:r>
              <a:rPr lang="en-US" altLang="en-US" sz="2400" i="1" dirty="0" smtClean="0"/>
              <a:t>Irritability (touchiness)</a:t>
            </a:r>
            <a:endParaRPr lang="en-US" altLang="en-US" sz="2400" i="1" dirty="0" smtClean="0"/>
          </a:p>
          <a:p>
            <a:pPr lvl="1">
              <a:lnSpc>
                <a:spcPct val="80000"/>
              </a:lnSpc>
            </a:pPr>
            <a:r>
              <a:rPr lang="en-US" altLang="en-US" sz="2400" i="1" dirty="0" smtClean="0"/>
              <a:t>Insomnia</a:t>
            </a:r>
          </a:p>
          <a:p>
            <a:pPr lvl="1">
              <a:lnSpc>
                <a:spcPct val="80000"/>
              </a:lnSpc>
            </a:pPr>
            <a:r>
              <a:rPr lang="en-US" altLang="en-US" sz="2400" i="1" dirty="0" smtClean="0"/>
              <a:t>Difficulty concentrating</a:t>
            </a:r>
          </a:p>
          <a:p>
            <a:pPr eaLnBrk="1" hangingPunct="1"/>
            <a:endParaRPr lang="en-US" altLang="en-US" sz="2400" dirty="0" smtClean="0"/>
          </a:p>
        </p:txBody>
      </p:sp>
    </p:spTree>
    <p:extLst>
      <p:ext uri="{BB962C8B-B14F-4D97-AF65-F5344CB8AC3E}">
        <p14:creationId xmlns="" xmlns:p14="http://schemas.microsoft.com/office/powerpoint/2010/main" val="2612854803"/>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wipe(down)">
                                      <p:cBhvr>
                                        <p:cTn id="7" dur="500"/>
                                        <p:tgtEl>
                                          <p:spTgt spid="163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wipe(down)">
                                      <p:cBhvr>
                                        <p:cTn id="12" dur="500"/>
                                        <p:tgtEl>
                                          <p:spTgt spid="163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6387">
                                            <p:txEl>
                                              <p:pRg st="2" end="2"/>
                                            </p:txEl>
                                          </p:spTgt>
                                        </p:tgtEl>
                                        <p:attrNameLst>
                                          <p:attrName>style.visibility</p:attrName>
                                        </p:attrNameLst>
                                      </p:cBhvr>
                                      <p:to>
                                        <p:strVal val="visible"/>
                                      </p:to>
                                    </p:set>
                                    <p:animEffect transition="in" filter="wipe(down)">
                                      <p:cBhvr>
                                        <p:cTn id="17" dur="500"/>
                                        <p:tgtEl>
                                          <p:spTgt spid="16387">
                                            <p:txEl>
                                              <p:pRg st="2" end="2"/>
                                            </p:tx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16387">
                                            <p:txEl>
                                              <p:pRg st="3" end="3"/>
                                            </p:txEl>
                                          </p:spTgt>
                                        </p:tgtEl>
                                        <p:attrNameLst>
                                          <p:attrName>style.visibility</p:attrName>
                                        </p:attrNameLst>
                                      </p:cBhvr>
                                      <p:to>
                                        <p:strVal val="visible"/>
                                      </p:to>
                                    </p:set>
                                    <p:animEffect transition="in" filter="wipe(down)">
                                      <p:cBhvr>
                                        <p:cTn id="20" dur="500"/>
                                        <p:tgtEl>
                                          <p:spTgt spid="16387">
                                            <p:txEl>
                                              <p:pRg st="3" end="3"/>
                                            </p:txEl>
                                          </p:spTgt>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16387">
                                            <p:txEl>
                                              <p:pRg st="4" end="4"/>
                                            </p:txEl>
                                          </p:spTgt>
                                        </p:tgtEl>
                                        <p:attrNameLst>
                                          <p:attrName>style.visibility</p:attrName>
                                        </p:attrNameLst>
                                      </p:cBhvr>
                                      <p:to>
                                        <p:strVal val="visible"/>
                                      </p:to>
                                    </p:set>
                                    <p:animEffect transition="in" filter="wipe(down)">
                                      <p:cBhvr>
                                        <p:cTn id="23" dur="500"/>
                                        <p:tgtEl>
                                          <p:spTgt spid="16387">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6387">
                                            <p:txEl>
                                              <p:pRg st="5" end="5"/>
                                            </p:txEl>
                                          </p:spTgt>
                                        </p:tgtEl>
                                        <p:attrNameLst>
                                          <p:attrName>style.visibility</p:attrName>
                                        </p:attrNameLst>
                                      </p:cBhvr>
                                      <p:to>
                                        <p:strVal val="visible"/>
                                      </p:to>
                                    </p:set>
                                    <p:animEffect transition="in" filter="wipe(down)">
                                      <p:cBhvr>
                                        <p:cTn id="28" dur="500"/>
                                        <p:tgtEl>
                                          <p:spTgt spid="16387">
                                            <p:txEl>
                                              <p:pRg st="5" end="5"/>
                                            </p:tx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6387">
                                            <p:txEl>
                                              <p:pRg st="6" end="6"/>
                                            </p:txEl>
                                          </p:spTgt>
                                        </p:tgtEl>
                                        <p:attrNameLst>
                                          <p:attrName>style.visibility</p:attrName>
                                        </p:attrNameLst>
                                      </p:cBhvr>
                                      <p:to>
                                        <p:strVal val="visible"/>
                                      </p:to>
                                    </p:set>
                                    <p:animEffect transition="in" filter="wipe(down)">
                                      <p:cBhvr>
                                        <p:cTn id="31" dur="500"/>
                                        <p:tgtEl>
                                          <p:spTgt spid="16387">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6387">
                                            <p:txEl>
                                              <p:pRg st="7" end="7"/>
                                            </p:txEl>
                                          </p:spTgt>
                                        </p:tgtEl>
                                        <p:attrNameLst>
                                          <p:attrName>style.visibility</p:attrName>
                                        </p:attrNameLst>
                                      </p:cBhvr>
                                      <p:to>
                                        <p:strVal val="visible"/>
                                      </p:to>
                                    </p:set>
                                    <p:animEffect transition="in" filter="wipe(down)">
                                      <p:cBhvr>
                                        <p:cTn id="36" dur="500"/>
                                        <p:tgtEl>
                                          <p:spTgt spid="16387">
                                            <p:txEl>
                                              <p:pRg st="7" end="7"/>
                                            </p:tx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6387">
                                            <p:txEl>
                                              <p:pRg st="8" end="8"/>
                                            </p:txEl>
                                          </p:spTgt>
                                        </p:tgtEl>
                                        <p:attrNameLst>
                                          <p:attrName>style.visibility</p:attrName>
                                        </p:attrNameLst>
                                      </p:cBhvr>
                                      <p:to>
                                        <p:strVal val="visible"/>
                                      </p:to>
                                    </p:set>
                                    <p:animEffect transition="in" filter="wipe(down)">
                                      <p:cBhvr>
                                        <p:cTn id="39" dur="500"/>
                                        <p:tgtEl>
                                          <p:spTgt spid="16387">
                                            <p:txEl>
                                              <p:pRg st="8" end="8"/>
                                            </p:txEl>
                                          </p:spTgt>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16387">
                                            <p:txEl>
                                              <p:pRg st="9" end="9"/>
                                            </p:txEl>
                                          </p:spTgt>
                                        </p:tgtEl>
                                        <p:attrNameLst>
                                          <p:attrName>style.visibility</p:attrName>
                                        </p:attrNameLst>
                                      </p:cBhvr>
                                      <p:to>
                                        <p:strVal val="visible"/>
                                      </p:to>
                                    </p:set>
                                    <p:animEffect transition="in" filter="wipe(down)">
                                      <p:cBhvr>
                                        <p:cTn id="42" dur="500"/>
                                        <p:tgtEl>
                                          <p:spTgt spid="16387">
                                            <p:txEl>
                                              <p:pRg st="9" end="9"/>
                                            </p:txEl>
                                          </p:spTgt>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16387">
                                            <p:txEl>
                                              <p:pRg st="10" end="10"/>
                                            </p:txEl>
                                          </p:spTgt>
                                        </p:tgtEl>
                                        <p:attrNameLst>
                                          <p:attrName>style.visibility</p:attrName>
                                        </p:attrNameLst>
                                      </p:cBhvr>
                                      <p:to>
                                        <p:strVal val="visible"/>
                                      </p:to>
                                    </p:set>
                                    <p:animEffect transition="in" filter="wipe(down)">
                                      <p:cBhvr>
                                        <p:cTn id="45" dur="500"/>
                                        <p:tgtEl>
                                          <p:spTgt spid="1638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pPr eaLnBrk="1" hangingPunct="1"/>
            <a:r>
              <a:rPr lang="en-US" altLang="en-US" sz="3200" b="1" dirty="0" smtClean="0">
                <a:solidFill>
                  <a:srgbClr val="0070C0"/>
                </a:solidFill>
              </a:rPr>
              <a:t>3. Personality Disorders</a:t>
            </a:r>
          </a:p>
        </p:txBody>
      </p:sp>
      <p:sp>
        <p:nvSpPr>
          <p:cNvPr id="22531" name="Rectangle 3"/>
          <p:cNvSpPr>
            <a:spLocks noGrp="1" noChangeArrowheads="1"/>
          </p:cNvSpPr>
          <p:nvPr>
            <p:ph type="body" idx="1"/>
          </p:nvPr>
        </p:nvSpPr>
        <p:spPr>
          <a:xfrm>
            <a:off x="150125" y="1600200"/>
            <a:ext cx="8843750" cy="4909782"/>
          </a:xfrm>
        </p:spPr>
        <p:txBody>
          <a:bodyPr>
            <a:normAutofit lnSpcReduction="10000"/>
          </a:bodyPr>
          <a:lstStyle/>
          <a:p>
            <a:pPr lvl="1" algn="just">
              <a:lnSpc>
                <a:spcPct val="150000"/>
              </a:lnSpc>
            </a:pPr>
            <a:r>
              <a:rPr lang="en-US" dirty="0"/>
              <a:t>A personality disorder is a type of mental disorder in which you have a </a:t>
            </a:r>
            <a:r>
              <a:rPr lang="en-US" b="1" dirty="0">
                <a:solidFill>
                  <a:srgbClr val="7030A0"/>
                </a:solidFill>
              </a:rPr>
              <a:t>rigid</a:t>
            </a:r>
            <a:r>
              <a:rPr lang="en-US" dirty="0"/>
              <a:t> and </a:t>
            </a:r>
            <a:r>
              <a:rPr lang="en-US" b="1" dirty="0">
                <a:solidFill>
                  <a:srgbClr val="7030A0"/>
                </a:solidFill>
              </a:rPr>
              <a:t>unhealthy</a:t>
            </a:r>
            <a:r>
              <a:rPr lang="en-US" dirty="0"/>
              <a:t> pattern of thinking, functioning and behaving. </a:t>
            </a:r>
            <a:endParaRPr lang="en-US" dirty="0" smtClean="0"/>
          </a:p>
          <a:p>
            <a:pPr lvl="1" algn="just">
              <a:lnSpc>
                <a:spcPct val="150000"/>
              </a:lnSpc>
            </a:pPr>
            <a:r>
              <a:rPr lang="en-US" dirty="0" smtClean="0"/>
              <a:t>A </a:t>
            </a:r>
            <a:r>
              <a:rPr lang="en-US" dirty="0"/>
              <a:t>person with a personality disorder has </a:t>
            </a:r>
            <a:r>
              <a:rPr lang="en-US" b="1" dirty="0"/>
              <a:t>trouble </a:t>
            </a:r>
            <a:r>
              <a:rPr lang="en-US" b="1" dirty="0" smtClean="0"/>
              <a:t>perceiving </a:t>
            </a:r>
            <a:r>
              <a:rPr lang="en-US" b="1" dirty="0"/>
              <a:t>and relating to situations and people</a:t>
            </a:r>
            <a:r>
              <a:rPr lang="en-US" dirty="0"/>
              <a:t> </a:t>
            </a:r>
            <a:endParaRPr lang="en-US" dirty="0" smtClean="0"/>
          </a:p>
          <a:p>
            <a:pPr lvl="1" algn="just">
              <a:lnSpc>
                <a:spcPct val="150000"/>
              </a:lnSpc>
            </a:pPr>
            <a:r>
              <a:rPr lang="en-US" dirty="0"/>
              <a:t>There are around </a:t>
            </a:r>
            <a:r>
              <a:rPr lang="en-US" b="1" dirty="0">
                <a:solidFill>
                  <a:srgbClr val="FF0000"/>
                </a:solidFill>
              </a:rPr>
              <a:t>nine</a:t>
            </a:r>
            <a:r>
              <a:rPr lang="en-US" dirty="0"/>
              <a:t> types of personality disorders, all of which result in significant distress and/or negative consequences within the individual </a:t>
            </a:r>
            <a:endParaRPr lang="en-US" altLang="en-US" sz="2800" dirty="0" smtClean="0">
              <a:solidFill>
                <a:schemeClr val="accent2"/>
              </a:solidFill>
              <a:latin typeface="Franklin Gothic Medium Cond" pitchFamily="34" charset="0"/>
            </a:endParaRPr>
          </a:p>
        </p:txBody>
      </p:sp>
    </p:spTree>
    <p:extLst>
      <p:ext uri="{BB962C8B-B14F-4D97-AF65-F5344CB8AC3E}">
        <p14:creationId xmlns="" xmlns:p14="http://schemas.microsoft.com/office/powerpoint/2010/main" val="1878406347"/>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wipe(down)">
                                      <p:cBhvr>
                                        <p:cTn id="7" dur="500"/>
                                        <p:tgtEl>
                                          <p:spTgt spid="22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2531">
                                            <p:txEl>
                                              <p:pRg st="1" end="1"/>
                                            </p:txEl>
                                          </p:spTgt>
                                        </p:tgtEl>
                                        <p:attrNameLst>
                                          <p:attrName>style.visibility</p:attrName>
                                        </p:attrNameLst>
                                      </p:cBhvr>
                                      <p:to>
                                        <p:strVal val="visible"/>
                                      </p:to>
                                    </p:set>
                                    <p:animEffect transition="in" filter="wipe(down)">
                                      <p:cBhvr>
                                        <p:cTn id="12" dur="500"/>
                                        <p:tgtEl>
                                          <p:spTgt spid="22531">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2531">
                                            <p:txEl>
                                              <p:pRg st="2" end="2"/>
                                            </p:txEl>
                                          </p:spTgt>
                                        </p:tgtEl>
                                        <p:attrNameLst>
                                          <p:attrName>style.visibility</p:attrName>
                                        </p:attrNameLst>
                                      </p:cBhvr>
                                      <p:to>
                                        <p:strVal val="visible"/>
                                      </p:to>
                                    </p:set>
                                    <p:animEffect transition="in" filter="wipe(down)">
                                      <p:cBhvr>
                                        <p:cTn id="15" dur="500"/>
                                        <p:tgtEl>
                                          <p:spTgt spid="225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eaLnBrk="1" hangingPunct="1"/>
            <a:r>
              <a:rPr lang="en-US" altLang="en-US" sz="2800" b="1" dirty="0" smtClean="0">
                <a:solidFill>
                  <a:srgbClr val="0070C0"/>
                </a:solidFill>
              </a:rPr>
              <a:t>Types of personality disorders </a:t>
            </a:r>
          </a:p>
        </p:txBody>
      </p:sp>
      <p:sp>
        <p:nvSpPr>
          <p:cNvPr id="99331" name="Rectangle 3"/>
          <p:cNvSpPr>
            <a:spLocks noGrp="1" noChangeArrowheads="1"/>
          </p:cNvSpPr>
          <p:nvPr>
            <p:ph type="body" idx="1"/>
          </p:nvPr>
        </p:nvSpPr>
        <p:spPr>
          <a:xfrm>
            <a:off x="448875" y="1600200"/>
            <a:ext cx="8153400" cy="4495800"/>
          </a:xfrm>
        </p:spPr>
        <p:txBody>
          <a:bodyPr>
            <a:normAutofit fontScale="92500" lnSpcReduction="10000"/>
          </a:bodyPr>
          <a:lstStyle/>
          <a:p>
            <a:r>
              <a:rPr lang="en-US" altLang="en-US" dirty="0">
                <a:solidFill>
                  <a:schemeClr val="accent2"/>
                </a:solidFill>
              </a:rPr>
              <a:t>Paranoid personality disorder</a:t>
            </a:r>
            <a:r>
              <a:rPr lang="en-US" altLang="en-US" dirty="0" smtClean="0">
                <a:solidFill>
                  <a:schemeClr val="accent2"/>
                </a:solidFill>
              </a:rPr>
              <a:t>.</a:t>
            </a:r>
          </a:p>
          <a:p>
            <a:r>
              <a:rPr lang="en-US" altLang="en-US" dirty="0" smtClean="0">
                <a:solidFill>
                  <a:schemeClr val="accent2"/>
                </a:solidFill>
              </a:rPr>
              <a:t>Schizoid </a:t>
            </a:r>
            <a:r>
              <a:rPr lang="en-US" altLang="en-US" dirty="0">
                <a:solidFill>
                  <a:schemeClr val="accent2"/>
                </a:solidFill>
              </a:rPr>
              <a:t>personality disorder</a:t>
            </a:r>
            <a:r>
              <a:rPr lang="en-US" altLang="en-US" dirty="0" smtClean="0">
                <a:solidFill>
                  <a:schemeClr val="accent2"/>
                </a:solidFill>
              </a:rPr>
              <a:t>.</a:t>
            </a:r>
          </a:p>
          <a:p>
            <a:r>
              <a:rPr lang="en-US" altLang="en-US" dirty="0" smtClean="0">
                <a:solidFill>
                  <a:schemeClr val="accent2"/>
                </a:solidFill>
              </a:rPr>
              <a:t>Schizotypal </a:t>
            </a:r>
            <a:r>
              <a:rPr lang="en-US" altLang="en-US" dirty="0">
                <a:solidFill>
                  <a:schemeClr val="accent2"/>
                </a:solidFill>
              </a:rPr>
              <a:t>personality disorder</a:t>
            </a:r>
            <a:r>
              <a:rPr lang="en-US" altLang="en-US" dirty="0" smtClean="0">
                <a:solidFill>
                  <a:schemeClr val="accent2"/>
                </a:solidFill>
              </a:rPr>
              <a:t>.</a:t>
            </a:r>
          </a:p>
          <a:p>
            <a:r>
              <a:rPr lang="en-US" altLang="en-US" dirty="0" smtClean="0">
                <a:solidFill>
                  <a:schemeClr val="accent2"/>
                </a:solidFill>
              </a:rPr>
              <a:t>Antisocial </a:t>
            </a:r>
            <a:r>
              <a:rPr lang="en-US" altLang="en-US" dirty="0">
                <a:solidFill>
                  <a:schemeClr val="accent2"/>
                </a:solidFill>
              </a:rPr>
              <a:t>personality disorder (ASPD</a:t>
            </a:r>
            <a:r>
              <a:rPr lang="en-US" altLang="en-US" dirty="0" smtClean="0">
                <a:solidFill>
                  <a:schemeClr val="accent2"/>
                </a:solidFill>
              </a:rPr>
              <a:t>)</a:t>
            </a:r>
          </a:p>
          <a:p>
            <a:r>
              <a:rPr lang="en-US" altLang="en-US" dirty="0" smtClean="0">
                <a:solidFill>
                  <a:schemeClr val="accent2"/>
                </a:solidFill>
              </a:rPr>
              <a:t>Borderline </a:t>
            </a:r>
            <a:r>
              <a:rPr lang="en-US" altLang="en-US" dirty="0">
                <a:solidFill>
                  <a:schemeClr val="accent2"/>
                </a:solidFill>
              </a:rPr>
              <a:t>personality disorder (BPD</a:t>
            </a:r>
            <a:r>
              <a:rPr lang="en-US" altLang="en-US" dirty="0" smtClean="0">
                <a:solidFill>
                  <a:schemeClr val="accent2"/>
                </a:solidFill>
              </a:rPr>
              <a:t>)</a:t>
            </a:r>
          </a:p>
          <a:p>
            <a:r>
              <a:rPr lang="en-US" altLang="en-US" dirty="0" smtClean="0">
                <a:solidFill>
                  <a:schemeClr val="accent2"/>
                </a:solidFill>
              </a:rPr>
              <a:t>Histrionic </a:t>
            </a:r>
            <a:r>
              <a:rPr lang="en-US" altLang="en-US" dirty="0">
                <a:solidFill>
                  <a:schemeClr val="accent2"/>
                </a:solidFill>
              </a:rPr>
              <a:t>personality disorder</a:t>
            </a:r>
            <a:r>
              <a:rPr lang="en-US" altLang="en-US" dirty="0" smtClean="0">
                <a:solidFill>
                  <a:schemeClr val="accent2"/>
                </a:solidFill>
              </a:rPr>
              <a:t>.</a:t>
            </a:r>
          </a:p>
          <a:p>
            <a:r>
              <a:rPr lang="en-US" altLang="en-US" dirty="0" smtClean="0">
                <a:solidFill>
                  <a:schemeClr val="accent2"/>
                </a:solidFill>
              </a:rPr>
              <a:t>Narcissistic </a:t>
            </a:r>
            <a:r>
              <a:rPr lang="en-US" altLang="en-US" dirty="0">
                <a:solidFill>
                  <a:schemeClr val="accent2"/>
                </a:solidFill>
              </a:rPr>
              <a:t>personality disorder</a:t>
            </a:r>
            <a:r>
              <a:rPr lang="en-US" altLang="en-US" dirty="0" smtClean="0">
                <a:solidFill>
                  <a:schemeClr val="accent2"/>
                </a:solidFill>
              </a:rPr>
              <a:t>.</a:t>
            </a:r>
          </a:p>
          <a:p>
            <a:r>
              <a:rPr lang="en-US" altLang="en-US" dirty="0" smtClean="0">
                <a:solidFill>
                  <a:schemeClr val="accent2"/>
                </a:solidFill>
              </a:rPr>
              <a:t>Avoidant </a:t>
            </a:r>
            <a:r>
              <a:rPr lang="en-US" altLang="en-US" dirty="0">
                <a:solidFill>
                  <a:schemeClr val="accent2"/>
                </a:solidFill>
              </a:rPr>
              <a:t>(or anxious) personality </a:t>
            </a:r>
            <a:r>
              <a:rPr lang="en-US" altLang="en-US" dirty="0" smtClean="0">
                <a:solidFill>
                  <a:schemeClr val="accent2"/>
                </a:solidFill>
              </a:rPr>
              <a:t>disorder</a:t>
            </a:r>
          </a:p>
          <a:p>
            <a:r>
              <a:rPr lang="en-US" altLang="en-US" dirty="0">
                <a:solidFill>
                  <a:schemeClr val="accent2"/>
                </a:solidFill>
              </a:rPr>
              <a:t>Obsessive compulsive personality disorder (OCDP)</a:t>
            </a:r>
          </a:p>
        </p:txBody>
      </p:sp>
    </p:spTree>
    <p:extLst>
      <p:ext uri="{BB962C8B-B14F-4D97-AF65-F5344CB8AC3E}">
        <p14:creationId xmlns="" xmlns:p14="http://schemas.microsoft.com/office/powerpoint/2010/main" val="3985688400"/>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Effect transition="in" filter="wipe(down)">
                                      <p:cBhvr>
                                        <p:cTn id="7" dur="500"/>
                                        <p:tgtEl>
                                          <p:spTgt spid="99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9331">
                                            <p:txEl>
                                              <p:pRg st="1" end="1"/>
                                            </p:txEl>
                                          </p:spTgt>
                                        </p:tgtEl>
                                        <p:attrNameLst>
                                          <p:attrName>style.visibility</p:attrName>
                                        </p:attrNameLst>
                                      </p:cBhvr>
                                      <p:to>
                                        <p:strVal val="visible"/>
                                      </p:to>
                                    </p:set>
                                    <p:animEffect transition="in" filter="wipe(down)">
                                      <p:cBhvr>
                                        <p:cTn id="12" dur="500"/>
                                        <p:tgtEl>
                                          <p:spTgt spid="993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9331">
                                            <p:txEl>
                                              <p:pRg st="2" end="2"/>
                                            </p:txEl>
                                          </p:spTgt>
                                        </p:tgtEl>
                                        <p:attrNameLst>
                                          <p:attrName>style.visibility</p:attrName>
                                        </p:attrNameLst>
                                      </p:cBhvr>
                                      <p:to>
                                        <p:strVal val="visible"/>
                                      </p:to>
                                    </p:set>
                                    <p:animEffect transition="in" filter="wipe(down)">
                                      <p:cBhvr>
                                        <p:cTn id="17" dur="500"/>
                                        <p:tgtEl>
                                          <p:spTgt spid="993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9331">
                                            <p:txEl>
                                              <p:pRg st="3" end="3"/>
                                            </p:txEl>
                                          </p:spTgt>
                                        </p:tgtEl>
                                        <p:attrNameLst>
                                          <p:attrName>style.visibility</p:attrName>
                                        </p:attrNameLst>
                                      </p:cBhvr>
                                      <p:to>
                                        <p:strVal val="visible"/>
                                      </p:to>
                                    </p:set>
                                    <p:animEffect transition="in" filter="wipe(down)">
                                      <p:cBhvr>
                                        <p:cTn id="22" dur="500"/>
                                        <p:tgtEl>
                                          <p:spTgt spid="993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9331">
                                            <p:txEl>
                                              <p:pRg st="4" end="4"/>
                                            </p:txEl>
                                          </p:spTgt>
                                        </p:tgtEl>
                                        <p:attrNameLst>
                                          <p:attrName>style.visibility</p:attrName>
                                        </p:attrNameLst>
                                      </p:cBhvr>
                                      <p:to>
                                        <p:strVal val="visible"/>
                                      </p:to>
                                    </p:set>
                                    <p:animEffect transition="in" filter="wipe(down)">
                                      <p:cBhvr>
                                        <p:cTn id="27" dur="500"/>
                                        <p:tgtEl>
                                          <p:spTgt spid="993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99331">
                                            <p:txEl>
                                              <p:pRg st="5" end="5"/>
                                            </p:txEl>
                                          </p:spTgt>
                                        </p:tgtEl>
                                        <p:attrNameLst>
                                          <p:attrName>style.visibility</p:attrName>
                                        </p:attrNameLst>
                                      </p:cBhvr>
                                      <p:to>
                                        <p:strVal val="visible"/>
                                      </p:to>
                                    </p:set>
                                    <p:animEffect transition="in" filter="wipe(down)">
                                      <p:cBhvr>
                                        <p:cTn id="32" dur="500"/>
                                        <p:tgtEl>
                                          <p:spTgt spid="993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99331">
                                            <p:txEl>
                                              <p:pRg st="6" end="6"/>
                                            </p:txEl>
                                          </p:spTgt>
                                        </p:tgtEl>
                                        <p:attrNameLst>
                                          <p:attrName>style.visibility</p:attrName>
                                        </p:attrNameLst>
                                      </p:cBhvr>
                                      <p:to>
                                        <p:strVal val="visible"/>
                                      </p:to>
                                    </p:set>
                                    <p:animEffect transition="in" filter="wipe(down)">
                                      <p:cBhvr>
                                        <p:cTn id="37" dur="500"/>
                                        <p:tgtEl>
                                          <p:spTgt spid="9933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99331">
                                            <p:txEl>
                                              <p:pRg st="7" end="7"/>
                                            </p:txEl>
                                          </p:spTgt>
                                        </p:tgtEl>
                                        <p:attrNameLst>
                                          <p:attrName>style.visibility</p:attrName>
                                        </p:attrNameLst>
                                      </p:cBhvr>
                                      <p:to>
                                        <p:strVal val="visible"/>
                                      </p:to>
                                    </p:set>
                                    <p:animEffect transition="in" filter="wipe(down)">
                                      <p:cBhvr>
                                        <p:cTn id="42" dur="500"/>
                                        <p:tgtEl>
                                          <p:spTgt spid="9933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99331">
                                            <p:txEl>
                                              <p:pRg st="8" end="8"/>
                                            </p:txEl>
                                          </p:spTgt>
                                        </p:tgtEl>
                                        <p:attrNameLst>
                                          <p:attrName>style.visibility</p:attrName>
                                        </p:attrNameLst>
                                      </p:cBhvr>
                                      <p:to>
                                        <p:strVal val="visible"/>
                                      </p:to>
                                    </p:set>
                                    <p:animEffect transition="in" filter="wipe(down)">
                                      <p:cBhvr>
                                        <p:cTn id="47" dur="500"/>
                                        <p:tgtEl>
                                          <p:spTgt spid="9933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eaLnBrk="1" hangingPunct="1"/>
            <a:r>
              <a:rPr lang="en-US" altLang="en-US" sz="2800" b="1" dirty="0" smtClean="0">
                <a:solidFill>
                  <a:srgbClr val="0070C0"/>
                </a:solidFill>
              </a:rPr>
              <a:t>Types of personality disorders </a:t>
            </a:r>
          </a:p>
        </p:txBody>
      </p:sp>
      <p:sp>
        <p:nvSpPr>
          <p:cNvPr id="99331" name="Rectangle 3"/>
          <p:cNvSpPr>
            <a:spLocks noGrp="1" noChangeArrowheads="1"/>
          </p:cNvSpPr>
          <p:nvPr>
            <p:ph type="body" idx="1"/>
          </p:nvPr>
        </p:nvSpPr>
        <p:spPr>
          <a:xfrm>
            <a:off x="448875" y="1600199"/>
            <a:ext cx="8153400" cy="4760843"/>
          </a:xfrm>
        </p:spPr>
        <p:txBody>
          <a:bodyPr>
            <a:normAutofit/>
          </a:bodyPr>
          <a:lstStyle/>
          <a:p>
            <a:pPr algn="just">
              <a:buNone/>
            </a:pPr>
            <a:r>
              <a:rPr lang="en-US" b="1" i="1" dirty="0" smtClean="0"/>
              <a:t>3.1 Paranoid </a:t>
            </a:r>
            <a:r>
              <a:rPr lang="en-US" sz="2800" dirty="0"/>
              <a:t>(includes a pattern of distrust and </a:t>
            </a:r>
            <a:r>
              <a:rPr lang="en-US" sz="2800" dirty="0">
                <a:solidFill>
                  <a:srgbClr val="FF0000"/>
                </a:solidFill>
              </a:rPr>
              <a:t>suspiciousness</a:t>
            </a:r>
            <a:r>
              <a:rPr lang="en-US" sz="2800" dirty="0"/>
              <a:t>). </a:t>
            </a:r>
          </a:p>
          <a:p>
            <a:pPr algn="just">
              <a:buNone/>
            </a:pPr>
            <a:r>
              <a:rPr lang="en-US" b="1" i="1" dirty="0" smtClean="0"/>
              <a:t>3.2 Schizoid </a:t>
            </a:r>
            <a:r>
              <a:rPr lang="en-US" sz="2800" dirty="0"/>
              <a:t>(pattern of </a:t>
            </a:r>
            <a:r>
              <a:rPr lang="en-US" sz="2800" dirty="0">
                <a:solidFill>
                  <a:srgbClr val="FF0000"/>
                </a:solidFill>
              </a:rPr>
              <a:t>detachment</a:t>
            </a:r>
            <a:r>
              <a:rPr lang="en-US" sz="2800" dirty="0"/>
              <a:t> from </a:t>
            </a:r>
            <a:r>
              <a:rPr lang="en-US" sz="2800" dirty="0">
                <a:solidFill>
                  <a:srgbClr val="FF0000"/>
                </a:solidFill>
              </a:rPr>
              <a:t>social</a:t>
            </a:r>
            <a:r>
              <a:rPr lang="en-US" sz="2800" dirty="0"/>
              <a:t> norms and a restriction of emotions). </a:t>
            </a:r>
          </a:p>
          <a:p>
            <a:pPr algn="just">
              <a:buNone/>
            </a:pPr>
            <a:r>
              <a:rPr lang="en-US" b="1" i="1" dirty="0" smtClean="0"/>
              <a:t>3.3 </a:t>
            </a:r>
            <a:r>
              <a:rPr lang="en-US" b="1" i="1" dirty="0" err="1" smtClean="0"/>
              <a:t>Schizotypal</a:t>
            </a:r>
            <a:r>
              <a:rPr lang="en-US" i="1" dirty="0" smtClean="0"/>
              <a:t> </a:t>
            </a:r>
            <a:r>
              <a:rPr lang="en-US" sz="2800" dirty="0"/>
              <a:t>(pattern of discomfort in close relationships and </a:t>
            </a:r>
            <a:r>
              <a:rPr lang="en-US" sz="2800" dirty="0" smtClean="0"/>
              <a:t>eccentric (</a:t>
            </a:r>
            <a:r>
              <a:rPr lang="en-US" sz="2800" dirty="0" smtClean="0">
                <a:solidFill>
                  <a:srgbClr val="FF0000"/>
                </a:solidFill>
              </a:rPr>
              <a:t>Odd</a:t>
            </a:r>
            <a:r>
              <a:rPr lang="en-US" sz="2800" dirty="0" smtClean="0"/>
              <a:t>) </a:t>
            </a:r>
            <a:r>
              <a:rPr lang="en-US" sz="2800" dirty="0"/>
              <a:t>thoughts and behaviors). </a:t>
            </a:r>
          </a:p>
          <a:p>
            <a:pPr algn="just">
              <a:buNone/>
            </a:pPr>
            <a:r>
              <a:rPr lang="en-US" b="1" i="1" dirty="0" smtClean="0"/>
              <a:t>3.4 Antisocial </a:t>
            </a:r>
            <a:r>
              <a:rPr lang="en-US" sz="2800" dirty="0"/>
              <a:t>(pattern of disregard for the rights of others, including </a:t>
            </a:r>
            <a:r>
              <a:rPr lang="en-US" sz="2800" dirty="0">
                <a:solidFill>
                  <a:srgbClr val="FF0000"/>
                </a:solidFill>
              </a:rPr>
              <a:t>violation</a:t>
            </a:r>
            <a:r>
              <a:rPr lang="en-US" sz="2800" dirty="0"/>
              <a:t> of these rights and the failure to feel </a:t>
            </a:r>
            <a:r>
              <a:rPr lang="en-US" sz="2800" dirty="0">
                <a:solidFill>
                  <a:srgbClr val="FF0000"/>
                </a:solidFill>
              </a:rPr>
              <a:t>empathy</a:t>
            </a:r>
            <a:r>
              <a:rPr lang="en-US" sz="2800" dirty="0"/>
              <a:t>). </a:t>
            </a:r>
            <a:r>
              <a:rPr lang="en-US" altLang="en-US" sz="2800" dirty="0" smtClean="0">
                <a:solidFill>
                  <a:schemeClr val="accent2"/>
                </a:solidFill>
              </a:rPr>
              <a:t> </a:t>
            </a:r>
            <a:endParaRPr lang="en-US" altLang="en-US" sz="2800" dirty="0">
              <a:solidFill>
                <a:schemeClr val="accent2"/>
              </a:solidFill>
            </a:endParaRPr>
          </a:p>
        </p:txBody>
      </p:sp>
    </p:spTree>
    <p:extLst>
      <p:ext uri="{BB962C8B-B14F-4D97-AF65-F5344CB8AC3E}">
        <p14:creationId xmlns="" xmlns:p14="http://schemas.microsoft.com/office/powerpoint/2010/main" val="81174010"/>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Effect transition="in" filter="wipe(down)">
                                      <p:cBhvr>
                                        <p:cTn id="7" dur="500"/>
                                        <p:tgtEl>
                                          <p:spTgt spid="99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9331">
                                            <p:txEl>
                                              <p:pRg st="1" end="1"/>
                                            </p:txEl>
                                          </p:spTgt>
                                        </p:tgtEl>
                                        <p:attrNameLst>
                                          <p:attrName>style.visibility</p:attrName>
                                        </p:attrNameLst>
                                      </p:cBhvr>
                                      <p:to>
                                        <p:strVal val="visible"/>
                                      </p:to>
                                    </p:set>
                                    <p:animEffect transition="in" filter="wipe(down)">
                                      <p:cBhvr>
                                        <p:cTn id="12" dur="500"/>
                                        <p:tgtEl>
                                          <p:spTgt spid="993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9331">
                                            <p:txEl>
                                              <p:pRg st="2" end="2"/>
                                            </p:txEl>
                                          </p:spTgt>
                                        </p:tgtEl>
                                        <p:attrNameLst>
                                          <p:attrName>style.visibility</p:attrName>
                                        </p:attrNameLst>
                                      </p:cBhvr>
                                      <p:to>
                                        <p:strVal val="visible"/>
                                      </p:to>
                                    </p:set>
                                    <p:animEffect transition="in" filter="wipe(down)">
                                      <p:cBhvr>
                                        <p:cTn id="17" dur="500"/>
                                        <p:tgtEl>
                                          <p:spTgt spid="993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9331">
                                            <p:txEl>
                                              <p:pRg st="3" end="3"/>
                                            </p:txEl>
                                          </p:spTgt>
                                        </p:tgtEl>
                                        <p:attrNameLst>
                                          <p:attrName>style.visibility</p:attrName>
                                        </p:attrNameLst>
                                      </p:cBhvr>
                                      <p:to>
                                        <p:strVal val="visible"/>
                                      </p:to>
                                    </p:set>
                                    <p:animEffect transition="in" filter="wipe(down)">
                                      <p:cBhvr>
                                        <p:cTn id="22" dur="500"/>
                                        <p:tgtEl>
                                          <p:spTgt spid="993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eaLnBrk="1" hangingPunct="1"/>
            <a:r>
              <a:rPr lang="en-US" altLang="en-US" sz="2800" b="1" dirty="0" smtClean="0">
                <a:solidFill>
                  <a:srgbClr val="0070C0"/>
                </a:solidFill>
              </a:rPr>
              <a:t>Types of personality disorders </a:t>
            </a:r>
          </a:p>
        </p:txBody>
      </p:sp>
      <p:sp>
        <p:nvSpPr>
          <p:cNvPr id="99331" name="Rectangle 3"/>
          <p:cNvSpPr>
            <a:spLocks noGrp="1" noChangeArrowheads="1"/>
          </p:cNvSpPr>
          <p:nvPr>
            <p:ph type="body" idx="1"/>
          </p:nvPr>
        </p:nvSpPr>
        <p:spPr>
          <a:xfrm>
            <a:off x="278296" y="1484243"/>
            <a:ext cx="8693425" cy="5141844"/>
          </a:xfrm>
        </p:spPr>
        <p:txBody>
          <a:bodyPr>
            <a:normAutofit fontScale="92500" lnSpcReduction="20000"/>
          </a:bodyPr>
          <a:lstStyle/>
          <a:p>
            <a:pPr algn="just">
              <a:buNone/>
            </a:pPr>
            <a:r>
              <a:rPr lang="en-US" b="1" i="1" dirty="0" smtClean="0"/>
              <a:t>3.5 Borderline</a:t>
            </a:r>
            <a:r>
              <a:rPr lang="en-US" i="1" dirty="0" smtClean="0"/>
              <a:t> </a:t>
            </a:r>
            <a:r>
              <a:rPr lang="en-US" dirty="0"/>
              <a:t>(</a:t>
            </a:r>
            <a:r>
              <a:rPr lang="en-US" sz="3000" dirty="0"/>
              <a:t>pattern of </a:t>
            </a:r>
            <a:r>
              <a:rPr lang="en-US" sz="3000" dirty="0">
                <a:solidFill>
                  <a:srgbClr val="FF0000"/>
                </a:solidFill>
              </a:rPr>
              <a:t>instability</a:t>
            </a:r>
            <a:r>
              <a:rPr lang="en-US" sz="3000" dirty="0"/>
              <a:t> in </a:t>
            </a:r>
            <a:r>
              <a:rPr lang="en-US" sz="3000" dirty="0">
                <a:solidFill>
                  <a:srgbClr val="FF0000"/>
                </a:solidFill>
              </a:rPr>
              <a:t>personal</a:t>
            </a:r>
            <a:r>
              <a:rPr lang="en-US" sz="3000" dirty="0"/>
              <a:t> </a:t>
            </a:r>
            <a:r>
              <a:rPr lang="en-US" sz="3000" dirty="0">
                <a:solidFill>
                  <a:srgbClr val="FF0000"/>
                </a:solidFill>
              </a:rPr>
              <a:t>relationships</a:t>
            </a:r>
            <a:r>
              <a:rPr lang="en-US" sz="3000" dirty="0"/>
              <a:t>, including frequent </a:t>
            </a:r>
            <a:r>
              <a:rPr lang="en-US" sz="3000" dirty="0" smtClean="0"/>
              <a:t>bouts </a:t>
            </a:r>
            <a:r>
              <a:rPr lang="en-US" sz="3000" dirty="0"/>
              <a:t>of </a:t>
            </a:r>
            <a:r>
              <a:rPr lang="en-US" sz="3000" dirty="0" smtClean="0"/>
              <a:t>clinginess </a:t>
            </a:r>
            <a:r>
              <a:rPr lang="en-US" sz="3000" dirty="0"/>
              <a:t>and </a:t>
            </a:r>
            <a:r>
              <a:rPr lang="en-US" sz="3000" dirty="0">
                <a:solidFill>
                  <a:srgbClr val="FF0000"/>
                </a:solidFill>
              </a:rPr>
              <a:t>affection</a:t>
            </a:r>
            <a:r>
              <a:rPr lang="en-US" sz="3000" dirty="0"/>
              <a:t> and </a:t>
            </a:r>
            <a:r>
              <a:rPr lang="en-US" sz="3000" dirty="0">
                <a:solidFill>
                  <a:srgbClr val="FF0000"/>
                </a:solidFill>
              </a:rPr>
              <a:t>anger</a:t>
            </a:r>
            <a:r>
              <a:rPr lang="en-US" sz="3000" dirty="0"/>
              <a:t> </a:t>
            </a:r>
            <a:r>
              <a:rPr lang="en-US" sz="3000" dirty="0" smtClean="0"/>
              <a:t>and, </a:t>
            </a:r>
            <a:r>
              <a:rPr lang="en-US" sz="3000" dirty="0" smtClean="0">
                <a:solidFill>
                  <a:srgbClr val="FF0000"/>
                </a:solidFill>
              </a:rPr>
              <a:t>resentment</a:t>
            </a:r>
            <a:r>
              <a:rPr lang="en-US" sz="3000" dirty="0" smtClean="0"/>
              <a:t> (dislike) </a:t>
            </a:r>
            <a:r>
              <a:rPr lang="en-US" sz="3000" dirty="0"/>
              <a:t>often cycling between these two extremes rapidly). </a:t>
            </a:r>
          </a:p>
          <a:p>
            <a:pPr algn="just">
              <a:lnSpc>
                <a:spcPct val="110000"/>
              </a:lnSpc>
              <a:buNone/>
            </a:pPr>
            <a:r>
              <a:rPr lang="en-US" b="1" i="1" dirty="0" smtClean="0"/>
              <a:t>3.6 Histrionic</a:t>
            </a:r>
            <a:r>
              <a:rPr lang="en-US" i="1" dirty="0" smtClean="0"/>
              <a:t> </a:t>
            </a:r>
            <a:r>
              <a:rPr lang="en-US" dirty="0"/>
              <a:t>(pattern of </a:t>
            </a:r>
            <a:r>
              <a:rPr lang="en-US" dirty="0">
                <a:solidFill>
                  <a:srgbClr val="FF0000"/>
                </a:solidFill>
              </a:rPr>
              <a:t>excessive</a:t>
            </a:r>
            <a:r>
              <a:rPr lang="en-US" dirty="0"/>
              <a:t> </a:t>
            </a:r>
            <a:r>
              <a:rPr lang="en-US" dirty="0">
                <a:solidFill>
                  <a:srgbClr val="FF0000"/>
                </a:solidFill>
              </a:rPr>
              <a:t>emotional</a:t>
            </a:r>
            <a:r>
              <a:rPr lang="en-US" dirty="0"/>
              <a:t> behavior and </a:t>
            </a:r>
            <a:r>
              <a:rPr lang="en-US" dirty="0">
                <a:solidFill>
                  <a:srgbClr val="FF0000"/>
                </a:solidFill>
              </a:rPr>
              <a:t>attention</a:t>
            </a:r>
            <a:r>
              <a:rPr lang="en-US" dirty="0"/>
              <a:t> </a:t>
            </a:r>
            <a:r>
              <a:rPr lang="en-US" dirty="0">
                <a:solidFill>
                  <a:srgbClr val="FF0000"/>
                </a:solidFill>
              </a:rPr>
              <a:t>seeking</a:t>
            </a:r>
            <a:r>
              <a:rPr lang="en-US" dirty="0" smtClean="0"/>
              <a:t>)</a:t>
            </a:r>
          </a:p>
          <a:p>
            <a:pPr algn="just">
              <a:lnSpc>
                <a:spcPct val="110000"/>
              </a:lnSpc>
              <a:buNone/>
            </a:pPr>
            <a:r>
              <a:rPr lang="en-US" sz="3000" b="1" dirty="0" smtClean="0"/>
              <a:t>3.7 Narcissistic</a:t>
            </a:r>
            <a:r>
              <a:rPr lang="en-US" sz="3200" dirty="0" smtClean="0"/>
              <a:t> </a:t>
            </a:r>
            <a:r>
              <a:rPr lang="en-US" sz="3200" dirty="0" smtClean="0"/>
              <a:t>(pattern of </a:t>
            </a:r>
            <a:r>
              <a:rPr lang="en-US" sz="3200" dirty="0" smtClean="0">
                <a:solidFill>
                  <a:srgbClr val="FF0000"/>
                </a:solidFill>
              </a:rPr>
              <a:t>grandiosity</a:t>
            </a:r>
            <a:r>
              <a:rPr lang="en-US" sz="3200" dirty="0" smtClean="0"/>
              <a:t> (showiness), </a:t>
            </a:r>
            <a:r>
              <a:rPr lang="en-US" sz="3200" dirty="0" smtClean="0">
                <a:solidFill>
                  <a:srgbClr val="FF0000"/>
                </a:solidFill>
              </a:rPr>
              <a:t>exaggerated</a:t>
            </a:r>
            <a:r>
              <a:rPr lang="en-US" sz="3200" dirty="0" smtClean="0"/>
              <a:t> </a:t>
            </a:r>
            <a:r>
              <a:rPr lang="en-US" sz="3200" dirty="0" smtClean="0">
                <a:solidFill>
                  <a:srgbClr val="FF0000"/>
                </a:solidFill>
              </a:rPr>
              <a:t>self-worth</a:t>
            </a:r>
            <a:r>
              <a:rPr lang="en-US" sz="3200" dirty="0" smtClean="0"/>
              <a:t>, and need for </a:t>
            </a:r>
            <a:r>
              <a:rPr lang="en-US" sz="3200" dirty="0" smtClean="0">
                <a:solidFill>
                  <a:srgbClr val="FF0000"/>
                </a:solidFill>
              </a:rPr>
              <a:t>admiration</a:t>
            </a:r>
            <a:r>
              <a:rPr lang="en-US" sz="3200" dirty="0" smtClean="0"/>
              <a:t>). </a:t>
            </a:r>
          </a:p>
          <a:p>
            <a:pPr algn="just">
              <a:lnSpc>
                <a:spcPct val="110000"/>
              </a:lnSpc>
              <a:buNone/>
            </a:pPr>
            <a:r>
              <a:rPr lang="en-US" sz="3000" b="1" i="1" dirty="0" smtClean="0"/>
              <a:t>3.8 Avoidant</a:t>
            </a:r>
            <a:r>
              <a:rPr lang="en-US" sz="3200" b="1" i="1" dirty="0" smtClean="0"/>
              <a:t> </a:t>
            </a:r>
            <a:r>
              <a:rPr lang="en-US" sz="3200" dirty="0" smtClean="0"/>
              <a:t>(pattern of feelings of </a:t>
            </a:r>
            <a:r>
              <a:rPr lang="en-US" sz="3200" dirty="0" smtClean="0">
                <a:solidFill>
                  <a:srgbClr val="FF0000"/>
                </a:solidFill>
              </a:rPr>
              <a:t>social</a:t>
            </a:r>
            <a:r>
              <a:rPr lang="en-US" sz="3200" dirty="0" smtClean="0"/>
              <a:t> </a:t>
            </a:r>
            <a:r>
              <a:rPr lang="en-US" sz="3200" dirty="0" smtClean="0">
                <a:solidFill>
                  <a:srgbClr val="FF0000"/>
                </a:solidFill>
              </a:rPr>
              <a:t>inadequacies</a:t>
            </a:r>
            <a:r>
              <a:rPr lang="en-US" sz="3200" dirty="0" smtClean="0"/>
              <a:t>, </a:t>
            </a:r>
            <a:r>
              <a:rPr lang="en-US" sz="3200" dirty="0" smtClean="0">
                <a:solidFill>
                  <a:srgbClr val="FF0000"/>
                </a:solidFill>
              </a:rPr>
              <a:t>low</a:t>
            </a:r>
            <a:r>
              <a:rPr lang="en-US" sz="3200" dirty="0" smtClean="0"/>
              <a:t> </a:t>
            </a:r>
            <a:r>
              <a:rPr lang="en-US" sz="3200" dirty="0" smtClean="0">
                <a:solidFill>
                  <a:srgbClr val="FF0000"/>
                </a:solidFill>
              </a:rPr>
              <a:t>self-esteem</a:t>
            </a:r>
            <a:r>
              <a:rPr lang="en-US" sz="3200" dirty="0" smtClean="0"/>
              <a:t>, and hypersensitivity to </a:t>
            </a:r>
            <a:r>
              <a:rPr lang="en-US" sz="3200" dirty="0" smtClean="0">
                <a:solidFill>
                  <a:srgbClr val="FF0000"/>
                </a:solidFill>
              </a:rPr>
              <a:t>criticism</a:t>
            </a:r>
            <a:r>
              <a:rPr lang="en-US" sz="3200" dirty="0" smtClean="0"/>
              <a:t>). </a:t>
            </a:r>
          </a:p>
          <a:p>
            <a:pPr algn="just">
              <a:lnSpc>
                <a:spcPct val="110000"/>
              </a:lnSpc>
              <a:buNone/>
            </a:pPr>
            <a:r>
              <a:rPr lang="en-US" sz="3000" b="1" i="1" dirty="0" smtClean="0"/>
              <a:t>3.9 Obsessive-Compulsive</a:t>
            </a:r>
            <a:r>
              <a:rPr lang="en-US" sz="3200" i="1" dirty="0" smtClean="0"/>
              <a:t> </a:t>
            </a:r>
            <a:r>
              <a:rPr lang="en-US" sz="3200" dirty="0" smtClean="0"/>
              <a:t>(pattern of obsessive </a:t>
            </a:r>
            <a:r>
              <a:rPr lang="en-US" sz="3200" dirty="0" smtClean="0">
                <a:solidFill>
                  <a:srgbClr val="FF0000"/>
                </a:solidFill>
              </a:rPr>
              <a:t>cleanliness</a:t>
            </a:r>
            <a:r>
              <a:rPr lang="en-US" sz="3200" dirty="0" smtClean="0"/>
              <a:t>, </a:t>
            </a:r>
            <a:r>
              <a:rPr lang="en-US" sz="3200" dirty="0" smtClean="0">
                <a:solidFill>
                  <a:srgbClr val="FF0000"/>
                </a:solidFill>
              </a:rPr>
              <a:t>perfection</a:t>
            </a:r>
            <a:r>
              <a:rPr lang="en-US" sz="3200" dirty="0" smtClean="0"/>
              <a:t>, and control).</a:t>
            </a:r>
            <a:r>
              <a:rPr lang="en-US" altLang="en-US" sz="3200" dirty="0" smtClean="0">
                <a:solidFill>
                  <a:schemeClr val="accent2"/>
                </a:solidFill>
              </a:rPr>
              <a:t> </a:t>
            </a:r>
          </a:p>
        </p:txBody>
      </p:sp>
    </p:spTree>
    <p:extLst>
      <p:ext uri="{BB962C8B-B14F-4D97-AF65-F5344CB8AC3E}">
        <p14:creationId xmlns="" xmlns:p14="http://schemas.microsoft.com/office/powerpoint/2010/main" val="67341415"/>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Effect transition="in" filter="wipe(down)">
                                      <p:cBhvr>
                                        <p:cTn id="7" dur="500"/>
                                        <p:tgtEl>
                                          <p:spTgt spid="99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9331">
                                            <p:txEl>
                                              <p:pRg st="1" end="1"/>
                                            </p:txEl>
                                          </p:spTgt>
                                        </p:tgtEl>
                                        <p:attrNameLst>
                                          <p:attrName>style.visibility</p:attrName>
                                        </p:attrNameLst>
                                      </p:cBhvr>
                                      <p:to>
                                        <p:strVal val="visible"/>
                                      </p:to>
                                    </p:set>
                                    <p:animEffect transition="in" filter="wipe(down)">
                                      <p:cBhvr>
                                        <p:cTn id="12" dur="500"/>
                                        <p:tgtEl>
                                          <p:spTgt spid="993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9331">
                                            <p:txEl>
                                              <p:pRg st="2" end="2"/>
                                            </p:txEl>
                                          </p:spTgt>
                                        </p:tgtEl>
                                        <p:attrNameLst>
                                          <p:attrName>style.visibility</p:attrName>
                                        </p:attrNameLst>
                                      </p:cBhvr>
                                      <p:to>
                                        <p:strVal val="visible"/>
                                      </p:to>
                                    </p:set>
                                    <p:animEffect transition="in" filter="wipe(down)">
                                      <p:cBhvr>
                                        <p:cTn id="17" dur="500"/>
                                        <p:tgtEl>
                                          <p:spTgt spid="993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9331">
                                            <p:txEl>
                                              <p:pRg st="3" end="3"/>
                                            </p:txEl>
                                          </p:spTgt>
                                        </p:tgtEl>
                                        <p:attrNameLst>
                                          <p:attrName>style.visibility</p:attrName>
                                        </p:attrNameLst>
                                      </p:cBhvr>
                                      <p:to>
                                        <p:strVal val="visible"/>
                                      </p:to>
                                    </p:set>
                                    <p:animEffect transition="in" filter="wipe(down)">
                                      <p:cBhvr>
                                        <p:cTn id="22" dur="500"/>
                                        <p:tgtEl>
                                          <p:spTgt spid="993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9331">
                                            <p:txEl>
                                              <p:pRg st="4" end="4"/>
                                            </p:txEl>
                                          </p:spTgt>
                                        </p:tgtEl>
                                        <p:attrNameLst>
                                          <p:attrName>style.visibility</p:attrName>
                                        </p:attrNameLst>
                                      </p:cBhvr>
                                      <p:to>
                                        <p:strVal val="visible"/>
                                      </p:to>
                                    </p:set>
                                    <p:animEffect transition="in" filter="wipe(down)">
                                      <p:cBhvr>
                                        <p:cTn id="27" dur="500"/>
                                        <p:tgtEl>
                                          <p:spTgt spid="993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AD11457B-7433-42AD-BA61-05DF5B53CDC1}" type="slidenum">
              <a:rPr lang="en-US" smtClean="0">
                <a:solidFill>
                  <a:prstClr val="white">
                    <a:alpha val="60000"/>
                  </a:prstClr>
                </a:solidFill>
              </a:rPr>
              <a:pPr/>
              <a:t>31</a:t>
            </a:fld>
            <a:endParaRPr lang="en-US">
              <a:solidFill>
                <a:prstClr val="white">
                  <a:alpha val="60000"/>
                </a:prstClr>
              </a:solidFill>
            </a:endParaRPr>
          </a:p>
        </p:txBody>
      </p:sp>
      <p:sp>
        <p:nvSpPr>
          <p:cNvPr id="2" name="Title 1"/>
          <p:cNvSpPr>
            <a:spLocks noGrp="1"/>
          </p:cNvSpPr>
          <p:nvPr>
            <p:ph type="title"/>
          </p:nvPr>
        </p:nvSpPr>
        <p:spPr>
          <a:xfrm>
            <a:off x="533400" y="228600"/>
            <a:ext cx="8229600" cy="762000"/>
          </a:xfrm>
        </p:spPr>
        <p:txBody>
          <a:bodyPr>
            <a:noAutofit/>
          </a:bodyPr>
          <a:lstStyle/>
          <a:p>
            <a:pPr marL="509588" lvl="1" indent="-271463" algn="l" rtl="0">
              <a:spcBef>
                <a:spcPct val="20000"/>
              </a:spcBef>
            </a:pPr>
            <a:r>
              <a:rPr lang="en-US" sz="3200" b="1" dirty="0" smtClean="0"/>
              <a:t>7.4 Treatment Techniques</a:t>
            </a:r>
            <a:endParaRPr lang="en-US" sz="3200" b="1" dirty="0">
              <a:solidFill>
                <a:schemeClr val="accent1"/>
              </a:solidFill>
              <a:latin typeface="Lucida Calligraphy" pitchFamily="66" charset="0"/>
              <a:cs typeface="MV Boli" pitchFamily="2"/>
            </a:endParaRPr>
          </a:p>
        </p:txBody>
      </p:sp>
      <p:sp>
        <p:nvSpPr>
          <p:cNvPr id="3" name="Content Placeholder 2"/>
          <p:cNvSpPr>
            <a:spLocks noGrp="1"/>
          </p:cNvSpPr>
          <p:nvPr>
            <p:ph sz="quarter" idx="13"/>
          </p:nvPr>
        </p:nvSpPr>
        <p:spPr>
          <a:xfrm>
            <a:off x="228600" y="914400"/>
            <a:ext cx="8763000" cy="5715000"/>
          </a:xfrm>
        </p:spPr>
        <p:txBody>
          <a:bodyPr>
            <a:normAutofit/>
          </a:bodyPr>
          <a:lstStyle/>
          <a:p>
            <a:pPr marL="349250" lvl="2">
              <a:buClr>
                <a:srgbClr val="EA157A"/>
              </a:buClr>
              <a:buNone/>
            </a:pPr>
            <a:r>
              <a:rPr lang="en-US" altLang="en-US" sz="2800" dirty="0" smtClean="0"/>
              <a:t>Treatment of mental illnesses can take various forms. They can include </a:t>
            </a:r>
            <a:r>
              <a:rPr lang="en-US" altLang="en-US" sz="2800" b="1" dirty="0" smtClean="0"/>
              <a:t>medication, talk-therapy, a combination of both</a:t>
            </a:r>
            <a:r>
              <a:rPr lang="en-US" altLang="en-US" sz="2800" dirty="0" smtClean="0"/>
              <a:t>, and can last only one session or take many years to complete.</a:t>
            </a:r>
            <a:endParaRPr lang="en-US" sz="2800" dirty="0" smtClean="0"/>
          </a:p>
          <a:p>
            <a:pPr marL="349250" lvl="2">
              <a:buClr>
                <a:srgbClr val="EA157A"/>
              </a:buClr>
              <a:buFont typeface="Wingdings" pitchFamily="2" charset="2"/>
              <a:buChar char="Ø"/>
            </a:pPr>
            <a:r>
              <a:rPr lang="en-US" sz="2800" dirty="0" smtClean="0"/>
              <a:t>Three main </a:t>
            </a:r>
            <a:r>
              <a:rPr lang="en-US" sz="2800" b="1" dirty="0" smtClean="0"/>
              <a:t>Treatment Techniques </a:t>
            </a:r>
          </a:p>
          <a:p>
            <a:pPr marL="680720" lvl="2" indent="-514350">
              <a:buClr>
                <a:srgbClr val="EA157A"/>
              </a:buClr>
              <a:buAutoNum type="arabicPeriod"/>
            </a:pPr>
            <a:r>
              <a:rPr lang="en-US" sz="2800" dirty="0" smtClean="0"/>
              <a:t>Cognitive, </a:t>
            </a:r>
          </a:p>
          <a:p>
            <a:pPr marL="680720" lvl="2" indent="-514350">
              <a:buClr>
                <a:srgbClr val="EA157A"/>
              </a:buClr>
              <a:buAutoNum type="arabicPeriod"/>
            </a:pPr>
            <a:r>
              <a:rPr lang="en-US" sz="2800" dirty="0" smtClean="0"/>
              <a:t>Behavioral, and </a:t>
            </a:r>
          </a:p>
          <a:p>
            <a:pPr marL="680720" lvl="2" indent="-514350">
              <a:buClr>
                <a:srgbClr val="EA157A"/>
              </a:buClr>
              <a:buAutoNum type="arabicPeriod"/>
            </a:pPr>
            <a:r>
              <a:rPr lang="en-US" sz="2800" dirty="0" smtClean="0"/>
              <a:t>Psychodynamic</a:t>
            </a:r>
            <a:endParaRPr lang="en-GB" sz="2800" b="1" dirty="0" smtClean="0"/>
          </a:p>
        </p:txBody>
      </p:sp>
      <p:sp>
        <p:nvSpPr>
          <p:cNvPr id="5" name="Date Placeholder 4"/>
          <p:cNvSpPr>
            <a:spLocks noGrp="1"/>
          </p:cNvSpPr>
          <p:nvPr>
            <p:ph type="dt" sz="half" idx="10"/>
          </p:nvPr>
        </p:nvSpPr>
        <p:spPr/>
        <p:txBody>
          <a:bodyPr/>
          <a:lstStyle/>
          <a:p>
            <a:r>
              <a:rPr lang="en-US" smtClean="0">
                <a:solidFill>
                  <a:srgbClr val="D6ECFF"/>
                </a:solidFill>
              </a:rPr>
              <a:t>December, 2008</a:t>
            </a:r>
            <a:endParaRPr lang="en-US">
              <a:solidFill>
                <a:srgbClr val="D6ECFF"/>
              </a:solidFill>
            </a:endParaRPr>
          </a:p>
        </p:txBody>
      </p:sp>
      <p:sp>
        <p:nvSpPr>
          <p:cNvPr id="6" name="Footer Placeholder 5"/>
          <p:cNvSpPr>
            <a:spLocks noGrp="1"/>
          </p:cNvSpPr>
          <p:nvPr>
            <p:ph type="ftr" sz="quarter" idx="11"/>
          </p:nvPr>
        </p:nvSpPr>
        <p:spPr/>
        <p:txBody>
          <a:bodyPr/>
          <a:lstStyle/>
          <a:p>
            <a:r>
              <a:rPr lang="en-US" smtClean="0">
                <a:solidFill>
                  <a:srgbClr val="D6ECFF"/>
                </a:solidFill>
              </a:rPr>
              <a:t>E. W/G</a:t>
            </a:r>
            <a:endParaRPr lang="en-US">
              <a:solidFill>
                <a:srgbClr val="D6ECFF"/>
              </a:solidFill>
            </a:endParaRPr>
          </a:p>
        </p:txBody>
      </p:sp>
    </p:spTree>
    <p:extLst>
      <p:ext uri="{BB962C8B-B14F-4D97-AF65-F5344CB8AC3E}">
        <p14:creationId xmlns="" xmlns:p14="http://schemas.microsoft.com/office/powerpoint/2010/main" val="136963004"/>
      </p:ext>
    </p:extLst>
  </p:cSld>
  <p:clrMapOvr>
    <a:masterClrMapping/>
  </p:clrMapOvr>
  <p:transition spd="slow">
    <p:cover dir="d"/>
    <p:sndAc>
      <p:stSnd>
        <p:snd r:embed="rId3" name="coin.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r>
              <a:rPr lang="en-US" sz="3200" b="1" dirty="0"/>
              <a:t>Treatment </a:t>
            </a:r>
            <a:r>
              <a:rPr lang="en-US" sz="3200" b="1" dirty="0" smtClean="0"/>
              <a:t>(</a:t>
            </a:r>
            <a:r>
              <a:rPr lang="en-US" sz="3200" b="1" dirty="0" err="1" smtClean="0"/>
              <a:t>Contd</a:t>
            </a:r>
            <a:r>
              <a:rPr lang="en-US" sz="3200" b="1" dirty="0" smtClean="0"/>
              <a:t>)</a:t>
            </a:r>
            <a:endParaRPr lang="en-US" altLang="en-US" sz="1800" b="1" dirty="0" smtClean="0">
              <a:solidFill>
                <a:srgbClr val="0070C0"/>
              </a:solidFill>
            </a:endParaRPr>
          </a:p>
        </p:txBody>
      </p:sp>
      <p:sp>
        <p:nvSpPr>
          <p:cNvPr id="99331" name="Rectangle 3"/>
          <p:cNvSpPr>
            <a:spLocks noGrp="1" noChangeArrowheads="1"/>
          </p:cNvSpPr>
          <p:nvPr>
            <p:ph type="body" idx="1"/>
          </p:nvPr>
        </p:nvSpPr>
        <p:spPr>
          <a:xfrm>
            <a:off x="448874" y="1600200"/>
            <a:ext cx="8317173" cy="4495800"/>
          </a:xfrm>
        </p:spPr>
        <p:txBody>
          <a:bodyPr>
            <a:normAutofit fontScale="92500" lnSpcReduction="10000"/>
          </a:bodyPr>
          <a:lstStyle/>
          <a:p>
            <a:pPr marL="0" indent="0" algn="just">
              <a:lnSpc>
                <a:spcPct val="150000"/>
              </a:lnSpc>
              <a:buNone/>
            </a:pPr>
            <a:r>
              <a:rPr lang="en-US" b="1" dirty="0"/>
              <a:t>Psychotherapy consists of the following: </a:t>
            </a:r>
            <a:endParaRPr lang="en-US" b="1" dirty="0" smtClean="0"/>
          </a:p>
          <a:p>
            <a:pPr algn="just">
              <a:lnSpc>
                <a:spcPct val="150000"/>
              </a:lnSpc>
            </a:pPr>
            <a:r>
              <a:rPr lang="en-US" altLang="en-US" sz="2800" dirty="0" smtClean="0"/>
              <a:t>A </a:t>
            </a:r>
            <a:r>
              <a:rPr lang="en-US" altLang="en-US" sz="2800" dirty="0"/>
              <a:t>positive, healthy relationship between a client or patient and a trained psychotherapist</a:t>
            </a:r>
          </a:p>
          <a:p>
            <a:pPr algn="just">
              <a:lnSpc>
                <a:spcPct val="150000"/>
              </a:lnSpc>
            </a:pPr>
            <a:r>
              <a:rPr lang="en-US" altLang="en-US" sz="2800" dirty="0" smtClean="0"/>
              <a:t>Recognizable </a:t>
            </a:r>
            <a:r>
              <a:rPr lang="en-US" altLang="en-US" sz="2800" dirty="0"/>
              <a:t>mental health issues, whether diagnosable or not</a:t>
            </a:r>
          </a:p>
          <a:p>
            <a:pPr algn="just">
              <a:lnSpc>
                <a:spcPct val="150000"/>
              </a:lnSpc>
            </a:pPr>
            <a:r>
              <a:rPr lang="en-US" altLang="en-US" sz="2800" dirty="0" smtClean="0"/>
              <a:t>Agreement </a:t>
            </a:r>
            <a:r>
              <a:rPr lang="en-US" altLang="en-US" sz="2800" dirty="0"/>
              <a:t>on the basic goals of treatment</a:t>
            </a:r>
          </a:p>
          <a:p>
            <a:pPr algn="just">
              <a:lnSpc>
                <a:spcPct val="150000"/>
              </a:lnSpc>
            </a:pPr>
            <a:r>
              <a:rPr lang="en-US" altLang="en-US" sz="2800" dirty="0" smtClean="0"/>
              <a:t>Working </a:t>
            </a:r>
            <a:r>
              <a:rPr lang="en-US" altLang="en-US" sz="2800" dirty="0"/>
              <a:t>together as a team to achieve these goals</a:t>
            </a:r>
          </a:p>
        </p:txBody>
      </p:sp>
    </p:spTree>
    <p:extLst>
      <p:ext uri="{BB962C8B-B14F-4D97-AF65-F5344CB8AC3E}">
        <p14:creationId xmlns="" xmlns:p14="http://schemas.microsoft.com/office/powerpoint/2010/main" val="3390782177"/>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Effect transition="in" filter="wipe(down)">
                                      <p:cBhvr>
                                        <p:cTn id="7" dur="500"/>
                                        <p:tgtEl>
                                          <p:spTgt spid="99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9331">
                                            <p:txEl>
                                              <p:pRg st="1" end="1"/>
                                            </p:txEl>
                                          </p:spTgt>
                                        </p:tgtEl>
                                        <p:attrNameLst>
                                          <p:attrName>style.visibility</p:attrName>
                                        </p:attrNameLst>
                                      </p:cBhvr>
                                      <p:to>
                                        <p:strVal val="visible"/>
                                      </p:to>
                                    </p:set>
                                    <p:animEffect transition="in" filter="wipe(down)">
                                      <p:cBhvr>
                                        <p:cTn id="12" dur="500"/>
                                        <p:tgtEl>
                                          <p:spTgt spid="993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9331">
                                            <p:txEl>
                                              <p:pRg st="2" end="2"/>
                                            </p:txEl>
                                          </p:spTgt>
                                        </p:tgtEl>
                                        <p:attrNameLst>
                                          <p:attrName>style.visibility</p:attrName>
                                        </p:attrNameLst>
                                      </p:cBhvr>
                                      <p:to>
                                        <p:strVal val="visible"/>
                                      </p:to>
                                    </p:set>
                                    <p:animEffect transition="in" filter="wipe(down)">
                                      <p:cBhvr>
                                        <p:cTn id="17" dur="500"/>
                                        <p:tgtEl>
                                          <p:spTgt spid="993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9331">
                                            <p:txEl>
                                              <p:pRg st="3" end="3"/>
                                            </p:txEl>
                                          </p:spTgt>
                                        </p:tgtEl>
                                        <p:attrNameLst>
                                          <p:attrName>style.visibility</p:attrName>
                                        </p:attrNameLst>
                                      </p:cBhvr>
                                      <p:to>
                                        <p:strVal val="visible"/>
                                      </p:to>
                                    </p:set>
                                    <p:animEffect transition="in" filter="wipe(down)">
                                      <p:cBhvr>
                                        <p:cTn id="22" dur="500"/>
                                        <p:tgtEl>
                                          <p:spTgt spid="993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9331">
                                            <p:txEl>
                                              <p:pRg st="4" end="4"/>
                                            </p:txEl>
                                          </p:spTgt>
                                        </p:tgtEl>
                                        <p:attrNameLst>
                                          <p:attrName>style.visibility</p:attrName>
                                        </p:attrNameLst>
                                      </p:cBhvr>
                                      <p:to>
                                        <p:strVal val="visible"/>
                                      </p:to>
                                    </p:set>
                                    <p:animEffect transition="in" filter="wipe(down)">
                                      <p:cBhvr>
                                        <p:cTn id="27" dur="500"/>
                                        <p:tgtEl>
                                          <p:spTgt spid="993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r>
              <a:rPr lang="en-US" sz="3200" b="1" dirty="0"/>
              <a:t>Treatment </a:t>
            </a:r>
            <a:r>
              <a:rPr lang="en-US" sz="3200" b="1" dirty="0" smtClean="0"/>
              <a:t>(</a:t>
            </a:r>
            <a:r>
              <a:rPr lang="en-US" sz="3200" b="1" dirty="0" err="1" smtClean="0"/>
              <a:t>Contd</a:t>
            </a:r>
            <a:r>
              <a:rPr lang="en-US" sz="3200" b="1" dirty="0" smtClean="0"/>
              <a:t>)</a:t>
            </a:r>
            <a:endParaRPr lang="en-US" altLang="en-US" sz="1800" b="1" dirty="0" smtClean="0">
              <a:solidFill>
                <a:srgbClr val="0070C0"/>
              </a:solidFill>
            </a:endParaRPr>
          </a:p>
        </p:txBody>
      </p:sp>
      <p:sp>
        <p:nvSpPr>
          <p:cNvPr id="99331" name="Rectangle 3"/>
          <p:cNvSpPr>
            <a:spLocks noGrp="1" noChangeArrowheads="1"/>
          </p:cNvSpPr>
          <p:nvPr>
            <p:ph type="body" idx="1"/>
          </p:nvPr>
        </p:nvSpPr>
        <p:spPr>
          <a:xfrm>
            <a:off x="225288" y="1528549"/>
            <a:ext cx="8918712" cy="4938512"/>
          </a:xfrm>
        </p:spPr>
        <p:txBody>
          <a:bodyPr>
            <a:noAutofit/>
          </a:bodyPr>
          <a:lstStyle/>
          <a:p>
            <a:pPr algn="just">
              <a:lnSpc>
                <a:spcPct val="160000"/>
              </a:lnSpc>
            </a:pPr>
            <a:r>
              <a:rPr lang="en-US" sz="2400" b="1" dirty="0" smtClean="0">
                <a:solidFill>
                  <a:srgbClr val="7030A0"/>
                </a:solidFill>
              </a:rPr>
              <a:t>Three</a:t>
            </a:r>
            <a:r>
              <a:rPr lang="en-US" sz="2400" dirty="0" smtClean="0"/>
              <a:t> main branches include </a:t>
            </a:r>
            <a:r>
              <a:rPr lang="en-US" sz="2400" dirty="0" smtClean="0">
                <a:solidFill>
                  <a:srgbClr val="FF0000"/>
                </a:solidFill>
              </a:rPr>
              <a:t>Cognitive</a:t>
            </a:r>
            <a:r>
              <a:rPr lang="en-US" sz="2400" dirty="0" smtClean="0"/>
              <a:t>, </a:t>
            </a:r>
            <a:r>
              <a:rPr lang="en-US" sz="2400" dirty="0" smtClean="0">
                <a:solidFill>
                  <a:srgbClr val="FF0000"/>
                </a:solidFill>
              </a:rPr>
              <a:t>Behavioral</a:t>
            </a:r>
            <a:r>
              <a:rPr lang="en-US" sz="2400" dirty="0" smtClean="0"/>
              <a:t>, and </a:t>
            </a:r>
            <a:r>
              <a:rPr lang="en-US" sz="2400" dirty="0" err="1" smtClean="0">
                <a:solidFill>
                  <a:srgbClr val="FF0000"/>
                </a:solidFill>
              </a:rPr>
              <a:t>Psycodynamic</a:t>
            </a:r>
            <a:r>
              <a:rPr lang="en-US" sz="2400" dirty="0" smtClean="0"/>
              <a:t>. </a:t>
            </a:r>
          </a:p>
          <a:p>
            <a:pPr algn="just">
              <a:lnSpc>
                <a:spcPct val="160000"/>
              </a:lnSpc>
            </a:pPr>
            <a:r>
              <a:rPr lang="en-US" sz="2400" dirty="0" smtClean="0"/>
              <a:t>When </a:t>
            </a:r>
            <a:r>
              <a:rPr lang="en-US" sz="2400" dirty="0"/>
              <a:t>providing psychotherapy, </a:t>
            </a:r>
            <a:r>
              <a:rPr lang="en-US" sz="2400" dirty="0" smtClean="0"/>
              <a:t> consider the following issues: </a:t>
            </a:r>
          </a:p>
          <a:p>
            <a:pPr algn="just">
              <a:lnSpc>
                <a:spcPct val="160000"/>
              </a:lnSpc>
            </a:pPr>
            <a:r>
              <a:rPr lang="en-US" sz="2400" dirty="0" smtClean="0">
                <a:solidFill>
                  <a:srgbClr val="FF0000"/>
                </a:solidFill>
              </a:rPr>
              <a:t>First</a:t>
            </a:r>
            <a:r>
              <a:rPr lang="en-US" sz="2400" dirty="0" smtClean="0"/>
              <a:t> </a:t>
            </a:r>
            <a:r>
              <a:rPr lang="en-US" sz="2400" dirty="0"/>
              <a:t>and foremost is </a:t>
            </a:r>
            <a:r>
              <a:rPr lang="en-US" sz="2400" b="1" dirty="0"/>
              <a:t>empathy. </a:t>
            </a:r>
            <a:r>
              <a:rPr lang="en-US" sz="2400" dirty="0"/>
              <a:t>It is a requirement for a successful practitioner to be able to understand his or her client's feelings, thoughts, and behaviors. </a:t>
            </a:r>
            <a:endParaRPr lang="en-US" sz="2400" dirty="0" smtClean="0"/>
          </a:p>
          <a:p>
            <a:pPr algn="just">
              <a:lnSpc>
                <a:spcPct val="160000"/>
              </a:lnSpc>
            </a:pPr>
            <a:r>
              <a:rPr lang="en-US" sz="2400" dirty="0" smtClean="0">
                <a:solidFill>
                  <a:srgbClr val="FF0000"/>
                </a:solidFill>
              </a:rPr>
              <a:t>Second</a:t>
            </a:r>
            <a:r>
              <a:rPr lang="en-US" sz="2400" dirty="0"/>
              <a:t>, being </a:t>
            </a:r>
            <a:r>
              <a:rPr lang="en-US" sz="2400" b="1" dirty="0"/>
              <a:t>non-judgmental i</a:t>
            </a:r>
            <a:r>
              <a:rPr lang="en-US" sz="2400" dirty="0"/>
              <a:t>s vital if the relationship and treatment are going to work. </a:t>
            </a:r>
          </a:p>
        </p:txBody>
      </p:sp>
    </p:spTree>
    <p:extLst>
      <p:ext uri="{BB962C8B-B14F-4D97-AF65-F5344CB8AC3E}">
        <p14:creationId xmlns="" xmlns:p14="http://schemas.microsoft.com/office/powerpoint/2010/main" val="2100544991"/>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Effect transition="in" filter="wipe(down)">
                                      <p:cBhvr>
                                        <p:cTn id="7" dur="500"/>
                                        <p:tgtEl>
                                          <p:spTgt spid="99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9331">
                                            <p:txEl>
                                              <p:pRg st="1" end="1"/>
                                            </p:txEl>
                                          </p:spTgt>
                                        </p:tgtEl>
                                        <p:attrNameLst>
                                          <p:attrName>style.visibility</p:attrName>
                                        </p:attrNameLst>
                                      </p:cBhvr>
                                      <p:to>
                                        <p:strVal val="visible"/>
                                      </p:to>
                                    </p:set>
                                    <p:animEffect transition="in" filter="wipe(down)">
                                      <p:cBhvr>
                                        <p:cTn id="12" dur="500"/>
                                        <p:tgtEl>
                                          <p:spTgt spid="993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9331">
                                            <p:txEl>
                                              <p:pRg st="2" end="2"/>
                                            </p:txEl>
                                          </p:spTgt>
                                        </p:tgtEl>
                                        <p:attrNameLst>
                                          <p:attrName>style.visibility</p:attrName>
                                        </p:attrNameLst>
                                      </p:cBhvr>
                                      <p:to>
                                        <p:strVal val="visible"/>
                                      </p:to>
                                    </p:set>
                                    <p:animEffect transition="in" filter="wipe(down)">
                                      <p:cBhvr>
                                        <p:cTn id="17" dur="500"/>
                                        <p:tgtEl>
                                          <p:spTgt spid="993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9331">
                                            <p:txEl>
                                              <p:pRg st="3" end="3"/>
                                            </p:txEl>
                                          </p:spTgt>
                                        </p:tgtEl>
                                        <p:attrNameLst>
                                          <p:attrName>style.visibility</p:attrName>
                                        </p:attrNameLst>
                                      </p:cBhvr>
                                      <p:to>
                                        <p:strVal val="visible"/>
                                      </p:to>
                                    </p:set>
                                    <p:animEffect transition="in" filter="wipe(down)">
                                      <p:cBhvr>
                                        <p:cTn id="22" dur="500"/>
                                        <p:tgtEl>
                                          <p:spTgt spid="993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r>
              <a:rPr lang="en-US" sz="3200" b="1" dirty="0"/>
              <a:t>Treatment </a:t>
            </a:r>
            <a:r>
              <a:rPr lang="en-US" sz="3200" b="1" dirty="0" smtClean="0"/>
              <a:t>(</a:t>
            </a:r>
            <a:r>
              <a:rPr lang="en-US" sz="3200" b="1" dirty="0" err="1" smtClean="0"/>
              <a:t>Contd</a:t>
            </a:r>
            <a:r>
              <a:rPr lang="en-US" sz="3200" b="1" dirty="0" smtClean="0"/>
              <a:t>)</a:t>
            </a:r>
            <a:endParaRPr lang="en-US" altLang="en-US" sz="1800" b="1" dirty="0" smtClean="0">
              <a:solidFill>
                <a:srgbClr val="0070C0"/>
              </a:solidFill>
            </a:endParaRPr>
          </a:p>
        </p:txBody>
      </p:sp>
      <p:sp>
        <p:nvSpPr>
          <p:cNvPr id="99331" name="Rectangle 3"/>
          <p:cNvSpPr>
            <a:spLocks noGrp="1" noChangeArrowheads="1"/>
          </p:cNvSpPr>
          <p:nvPr>
            <p:ph type="body" idx="1"/>
          </p:nvPr>
        </p:nvSpPr>
        <p:spPr>
          <a:xfrm>
            <a:off x="225288" y="1528549"/>
            <a:ext cx="8918712" cy="5110790"/>
          </a:xfrm>
        </p:spPr>
        <p:txBody>
          <a:bodyPr>
            <a:noAutofit/>
          </a:bodyPr>
          <a:lstStyle/>
          <a:p>
            <a:r>
              <a:rPr lang="en-GB" sz="2400" b="1" i="1" dirty="0" smtClean="0"/>
              <a:t>There are two</a:t>
            </a:r>
            <a:r>
              <a:rPr lang="en-GB" sz="2400" dirty="0" smtClean="0"/>
              <a:t> broad classifications of therapies</a:t>
            </a:r>
            <a:endParaRPr lang="en-US" sz="2400" dirty="0" smtClean="0"/>
          </a:p>
          <a:p>
            <a:pPr lvl="0">
              <a:buNone/>
            </a:pPr>
            <a:r>
              <a:rPr lang="en-GB" sz="3200" b="1" i="1" dirty="0" smtClean="0"/>
              <a:t>1. Psychotherapy and 2. Biomedical therapy </a:t>
            </a:r>
            <a:endParaRPr lang="en-US" sz="3200" dirty="0" smtClean="0"/>
          </a:p>
          <a:p>
            <a:pPr>
              <a:buNone/>
            </a:pPr>
            <a:r>
              <a:rPr lang="en-GB" sz="2400" dirty="0" smtClean="0"/>
              <a:t>Psychotherapy</a:t>
            </a:r>
            <a:r>
              <a:rPr lang="en-GB" sz="2400" b="1" dirty="0" smtClean="0"/>
              <a:t> also has two</a:t>
            </a:r>
            <a:r>
              <a:rPr lang="en-GB" sz="2400" dirty="0" smtClean="0"/>
              <a:t> categories of, </a:t>
            </a:r>
            <a:r>
              <a:rPr lang="en-GB" sz="2400" b="1" dirty="0" smtClean="0">
                <a:solidFill>
                  <a:srgbClr val="C00000"/>
                </a:solidFill>
              </a:rPr>
              <a:t>insight</a:t>
            </a:r>
            <a:r>
              <a:rPr lang="en-GB" sz="2400" dirty="0" smtClean="0"/>
              <a:t> and </a:t>
            </a:r>
            <a:r>
              <a:rPr lang="en-GB" sz="2400" b="1" dirty="0" smtClean="0">
                <a:solidFill>
                  <a:srgbClr val="C00000"/>
                </a:solidFill>
              </a:rPr>
              <a:t>action</a:t>
            </a:r>
            <a:r>
              <a:rPr lang="en-GB" sz="2400" dirty="0" smtClean="0"/>
              <a:t> therapies</a:t>
            </a:r>
            <a:endParaRPr lang="en-US" sz="2400" dirty="0" smtClean="0"/>
          </a:p>
          <a:p>
            <a:pPr lvl="0">
              <a:buNone/>
            </a:pPr>
            <a:r>
              <a:rPr lang="en-GB" sz="2400" b="1" dirty="0" smtClean="0"/>
              <a:t>A. Insight Therapies</a:t>
            </a:r>
            <a:endParaRPr lang="en-US" sz="2400" dirty="0" smtClean="0"/>
          </a:p>
          <a:p>
            <a:pPr>
              <a:buNone/>
            </a:pPr>
            <a:r>
              <a:rPr lang="en-GB" sz="2400" b="1" dirty="0" smtClean="0">
                <a:solidFill>
                  <a:srgbClr val="FF0000"/>
                </a:solidFill>
              </a:rPr>
              <a:t>A1. Psychoanalysis therapies</a:t>
            </a:r>
            <a:endParaRPr lang="en-US" sz="2400" dirty="0" smtClean="0">
              <a:solidFill>
                <a:srgbClr val="FF0000"/>
              </a:solidFill>
            </a:endParaRPr>
          </a:p>
          <a:p>
            <a:r>
              <a:rPr lang="en-GB" sz="2400" b="1" dirty="0" smtClean="0"/>
              <a:t>Free Association</a:t>
            </a:r>
            <a:endParaRPr lang="en-US" sz="2400" dirty="0" smtClean="0"/>
          </a:p>
          <a:p>
            <a:r>
              <a:rPr lang="en-GB" sz="2400" b="1" dirty="0" smtClean="0"/>
              <a:t>Resistance</a:t>
            </a:r>
            <a:endParaRPr lang="en-US" sz="2400" dirty="0" smtClean="0"/>
          </a:p>
          <a:p>
            <a:r>
              <a:rPr lang="en-GB" sz="2400" b="1" dirty="0" smtClean="0"/>
              <a:t>Dream</a:t>
            </a:r>
            <a:r>
              <a:rPr lang="en-GB" sz="2400" dirty="0" smtClean="0"/>
              <a:t> </a:t>
            </a:r>
            <a:r>
              <a:rPr lang="en-GB" sz="2400" b="1" dirty="0" smtClean="0"/>
              <a:t>interpretation</a:t>
            </a:r>
            <a:endParaRPr lang="en-US" sz="2400" dirty="0" smtClean="0"/>
          </a:p>
          <a:p>
            <a:r>
              <a:rPr lang="en-GB" sz="2400" b="1" dirty="0" smtClean="0"/>
              <a:t>Transference</a:t>
            </a:r>
            <a:endParaRPr lang="en-US" sz="2400" dirty="0" smtClean="0"/>
          </a:p>
        </p:txBody>
      </p:sp>
    </p:spTree>
    <p:extLst>
      <p:ext uri="{BB962C8B-B14F-4D97-AF65-F5344CB8AC3E}">
        <p14:creationId xmlns="" xmlns:p14="http://schemas.microsoft.com/office/powerpoint/2010/main" val="2100544991"/>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Effect transition="in" filter="wipe(down)">
                                      <p:cBhvr>
                                        <p:cTn id="7" dur="500"/>
                                        <p:tgtEl>
                                          <p:spTgt spid="99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9331">
                                            <p:txEl>
                                              <p:pRg st="1" end="1"/>
                                            </p:txEl>
                                          </p:spTgt>
                                        </p:tgtEl>
                                        <p:attrNameLst>
                                          <p:attrName>style.visibility</p:attrName>
                                        </p:attrNameLst>
                                      </p:cBhvr>
                                      <p:to>
                                        <p:strVal val="visible"/>
                                      </p:to>
                                    </p:set>
                                    <p:animEffect transition="in" filter="wipe(down)">
                                      <p:cBhvr>
                                        <p:cTn id="12" dur="500"/>
                                        <p:tgtEl>
                                          <p:spTgt spid="993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9331">
                                            <p:txEl>
                                              <p:pRg st="2" end="2"/>
                                            </p:txEl>
                                          </p:spTgt>
                                        </p:tgtEl>
                                        <p:attrNameLst>
                                          <p:attrName>style.visibility</p:attrName>
                                        </p:attrNameLst>
                                      </p:cBhvr>
                                      <p:to>
                                        <p:strVal val="visible"/>
                                      </p:to>
                                    </p:set>
                                    <p:animEffect transition="in" filter="wipe(down)">
                                      <p:cBhvr>
                                        <p:cTn id="17" dur="500"/>
                                        <p:tgtEl>
                                          <p:spTgt spid="993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9331">
                                            <p:txEl>
                                              <p:pRg st="3" end="3"/>
                                            </p:txEl>
                                          </p:spTgt>
                                        </p:tgtEl>
                                        <p:attrNameLst>
                                          <p:attrName>style.visibility</p:attrName>
                                        </p:attrNameLst>
                                      </p:cBhvr>
                                      <p:to>
                                        <p:strVal val="visible"/>
                                      </p:to>
                                    </p:set>
                                    <p:animEffect transition="in" filter="wipe(down)">
                                      <p:cBhvr>
                                        <p:cTn id="22" dur="500"/>
                                        <p:tgtEl>
                                          <p:spTgt spid="993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9331">
                                            <p:txEl>
                                              <p:pRg st="4" end="4"/>
                                            </p:txEl>
                                          </p:spTgt>
                                        </p:tgtEl>
                                        <p:attrNameLst>
                                          <p:attrName>style.visibility</p:attrName>
                                        </p:attrNameLst>
                                      </p:cBhvr>
                                      <p:to>
                                        <p:strVal val="visible"/>
                                      </p:to>
                                    </p:set>
                                    <p:animEffect transition="in" filter="wipe(down)">
                                      <p:cBhvr>
                                        <p:cTn id="27" dur="500"/>
                                        <p:tgtEl>
                                          <p:spTgt spid="993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99331">
                                            <p:txEl>
                                              <p:pRg st="5" end="5"/>
                                            </p:txEl>
                                          </p:spTgt>
                                        </p:tgtEl>
                                        <p:attrNameLst>
                                          <p:attrName>style.visibility</p:attrName>
                                        </p:attrNameLst>
                                      </p:cBhvr>
                                      <p:to>
                                        <p:strVal val="visible"/>
                                      </p:to>
                                    </p:set>
                                    <p:animEffect transition="in" filter="wipe(down)">
                                      <p:cBhvr>
                                        <p:cTn id="32" dur="500"/>
                                        <p:tgtEl>
                                          <p:spTgt spid="993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99331">
                                            <p:txEl>
                                              <p:pRg st="6" end="6"/>
                                            </p:txEl>
                                          </p:spTgt>
                                        </p:tgtEl>
                                        <p:attrNameLst>
                                          <p:attrName>style.visibility</p:attrName>
                                        </p:attrNameLst>
                                      </p:cBhvr>
                                      <p:to>
                                        <p:strVal val="visible"/>
                                      </p:to>
                                    </p:set>
                                    <p:animEffect transition="in" filter="wipe(down)">
                                      <p:cBhvr>
                                        <p:cTn id="37" dur="500"/>
                                        <p:tgtEl>
                                          <p:spTgt spid="9933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99331">
                                            <p:txEl>
                                              <p:pRg st="7" end="7"/>
                                            </p:txEl>
                                          </p:spTgt>
                                        </p:tgtEl>
                                        <p:attrNameLst>
                                          <p:attrName>style.visibility</p:attrName>
                                        </p:attrNameLst>
                                      </p:cBhvr>
                                      <p:to>
                                        <p:strVal val="visible"/>
                                      </p:to>
                                    </p:set>
                                    <p:animEffect transition="in" filter="wipe(down)">
                                      <p:cBhvr>
                                        <p:cTn id="42" dur="500"/>
                                        <p:tgtEl>
                                          <p:spTgt spid="9933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99331">
                                            <p:txEl>
                                              <p:pRg st="8" end="8"/>
                                            </p:txEl>
                                          </p:spTgt>
                                        </p:tgtEl>
                                        <p:attrNameLst>
                                          <p:attrName>style.visibility</p:attrName>
                                        </p:attrNameLst>
                                      </p:cBhvr>
                                      <p:to>
                                        <p:strVal val="visible"/>
                                      </p:to>
                                    </p:set>
                                    <p:animEffect transition="in" filter="wipe(down)">
                                      <p:cBhvr>
                                        <p:cTn id="47" dur="500"/>
                                        <p:tgtEl>
                                          <p:spTgt spid="9933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r>
              <a:rPr lang="en-US" sz="3200" b="1" dirty="0"/>
              <a:t>Treatment </a:t>
            </a:r>
            <a:r>
              <a:rPr lang="en-US" sz="3200" b="1" dirty="0" smtClean="0"/>
              <a:t>(</a:t>
            </a:r>
            <a:r>
              <a:rPr lang="en-US" sz="3200" b="1" dirty="0" err="1" smtClean="0"/>
              <a:t>Contd</a:t>
            </a:r>
            <a:r>
              <a:rPr lang="en-US" sz="3200" b="1" dirty="0" smtClean="0"/>
              <a:t>)</a:t>
            </a:r>
            <a:endParaRPr lang="en-US" altLang="en-US" sz="1800" b="1" dirty="0" smtClean="0">
              <a:solidFill>
                <a:srgbClr val="0070C0"/>
              </a:solidFill>
            </a:endParaRPr>
          </a:p>
        </p:txBody>
      </p:sp>
      <p:sp>
        <p:nvSpPr>
          <p:cNvPr id="99331" name="Rectangle 3"/>
          <p:cNvSpPr>
            <a:spLocks noGrp="1" noChangeArrowheads="1"/>
          </p:cNvSpPr>
          <p:nvPr>
            <p:ph type="body" idx="1"/>
          </p:nvPr>
        </p:nvSpPr>
        <p:spPr>
          <a:xfrm>
            <a:off x="225288" y="1528549"/>
            <a:ext cx="8918712" cy="4938512"/>
          </a:xfrm>
        </p:spPr>
        <p:txBody>
          <a:bodyPr>
            <a:noAutofit/>
          </a:bodyPr>
          <a:lstStyle/>
          <a:p>
            <a:pPr>
              <a:buNone/>
            </a:pPr>
            <a:r>
              <a:rPr lang="en-GB" sz="2400" b="1" dirty="0" smtClean="0">
                <a:solidFill>
                  <a:srgbClr val="FF0000"/>
                </a:solidFill>
              </a:rPr>
              <a:t>A2. Humanistic therapies</a:t>
            </a:r>
            <a:endParaRPr lang="en-US" sz="2400" dirty="0" smtClean="0">
              <a:solidFill>
                <a:srgbClr val="FF0000"/>
              </a:solidFill>
            </a:endParaRPr>
          </a:p>
          <a:p>
            <a:r>
              <a:rPr lang="en-GB" sz="2400" b="1" dirty="0" smtClean="0"/>
              <a:t>Client-centred therapy</a:t>
            </a:r>
            <a:endParaRPr lang="en-US" sz="2400" dirty="0" smtClean="0"/>
          </a:p>
          <a:p>
            <a:r>
              <a:rPr lang="en-GB" sz="2400" b="1" dirty="0" smtClean="0"/>
              <a:t>Unconditional positive regard</a:t>
            </a:r>
            <a:endParaRPr lang="en-US" sz="2400" dirty="0" smtClean="0"/>
          </a:p>
          <a:p>
            <a:r>
              <a:rPr lang="en-GB" sz="2400" b="1" dirty="0" smtClean="0"/>
              <a:t>Empathy</a:t>
            </a:r>
            <a:endParaRPr lang="en-US" sz="2400" dirty="0" smtClean="0"/>
          </a:p>
          <a:p>
            <a:r>
              <a:rPr lang="en-GB" sz="2400" b="1" dirty="0" smtClean="0"/>
              <a:t>Genuineness</a:t>
            </a:r>
            <a:endParaRPr lang="en-US" sz="2400" dirty="0" smtClean="0"/>
          </a:p>
          <a:p>
            <a:pPr>
              <a:buNone/>
            </a:pPr>
            <a:r>
              <a:rPr lang="en-GB" sz="2400" b="1" dirty="0" smtClean="0">
                <a:solidFill>
                  <a:srgbClr val="FF0000"/>
                </a:solidFill>
              </a:rPr>
              <a:t>A3. Cognitive therapies</a:t>
            </a:r>
            <a:endParaRPr lang="en-US" sz="2400" dirty="0" smtClean="0">
              <a:solidFill>
                <a:srgbClr val="FF0000"/>
              </a:solidFill>
            </a:endParaRPr>
          </a:p>
          <a:p>
            <a:r>
              <a:rPr lang="en-GB" sz="2400" b="1" dirty="0" smtClean="0"/>
              <a:t>Rational-emotive therapy</a:t>
            </a:r>
            <a:endParaRPr lang="en-US" sz="2400" dirty="0" smtClean="0"/>
          </a:p>
          <a:p>
            <a:pPr algn="just">
              <a:lnSpc>
                <a:spcPct val="160000"/>
              </a:lnSpc>
            </a:pPr>
            <a:endParaRPr lang="en-US" sz="2400" dirty="0"/>
          </a:p>
        </p:txBody>
      </p:sp>
    </p:spTree>
    <p:extLst>
      <p:ext uri="{BB962C8B-B14F-4D97-AF65-F5344CB8AC3E}">
        <p14:creationId xmlns="" xmlns:p14="http://schemas.microsoft.com/office/powerpoint/2010/main" val="2100544991"/>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Effect transition="in" filter="wipe(down)">
                                      <p:cBhvr>
                                        <p:cTn id="7" dur="500"/>
                                        <p:tgtEl>
                                          <p:spTgt spid="99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9331">
                                            <p:txEl>
                                              <p:pRg st="1" end="1"/>
                                            </p:txEl>
                                          </p:spTgt>
                                        </p:tgtEl>
                                        <p:attrNameLst>
                                          <p:attrName>style.visibility</p:attrName>
                                        </p:attrNameLst>
                                      </p:cBhvr>
                                      <p:to>
                                        <p:strVal val="visible"/>
                                      </p:to>
                                    </p:set>
                                    <p:animEffect transition="in" filter="wipe(down)">
                                      <p:cBhvr>
                                        <p:cTn id="12" dur="500"/>
                                        <p:tgtEl>
                                          <p:spTgt spid="993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9331">
                                            <p:txEl>
                                              <p:pRg st="2" end="2"/>
                                            </p:txEl>
                                          </p:spTgt>
                                        </p:tgtEl>
                                        <p:attrNameLst>
                                          <p:attrName>style.visibility</p:attrName>
                                        </p:attrNameLst>
                                      </p:cBhvr>
                                      <p:to>
                                        <p:strVal val="visible"/>
                                      </p:to>
                                    </p:set>
                                    <p:animEffect transition="in" filter="wipe(down)">
                                      <p:cBhvr>
                                        <p:cTn id="17" dur="500"/>
                                        <p:tgtEl>
                                          <p:spTgt spid="993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9331">
                                            <p:txEl>
                                              <p:pRg st="3" end="3"/>
                                            </p:txEl>
                                          </p:spTgt>
                                        </p:tgtEl>
                                        <p:attrNameLst>
                                          <p:attrName>style.visibility</p:attrName>
                                        </p:attrNameLst>
                                      </p:cBhvr>
                                      <p:to>
                                        <p:strVal val="visible"/>
                                      </p:to>
                                    </p:set>
                                    <p:animEffect transition="in" filter="wipe(down)">
                                      <p:cBhvr>
                                        <p:cTn id="22" dur="500"/>
                                        <p:tgtEl>
                                          <p:spTgt spid="993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9331">
                                            <p:txEl>
                                              <p:pRg st="4" end="4"/>
                                            </p:txEl>
                                          </p:spTgt>
                                        </p:tgtEl>
                                        <p:attrNameLst>
                                          <p:attrName>style.visibility</p:attrName>
                                        </p:attrNameLst>
                                      </p:cBhvr>
                                      <p:to>
                                        <p:strVal val="visible"/>
                                      </p:to>
                                    </p:set>
                                    <p:animEffect transition="in" filter="wipe(down)">
                                      <p:cBhvr>
                                        <p:cTn id="27" dur="500"/>
                                        <p:tgtEl>
                                          <p:spTgt spid="993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99331">
                                            <p:txEl>
                                              <p:pRg st="5" end="5"/>
                                            </p:txEl>
                                          </p:spTgt>
                                        </p:tgtEl>
                                        <p:attrNameLst>
                                          <p:attrName>style.visibility</p:attrName>
                                        </p:attrNameLst>
                                      </p:cBhvr>
                                      <p:to>
                                        <p:strVal val="visible"/>
                                      </p:to>
                                    </p:set>
                                    <p:animEffect transition="in" filter="wipe(down)">
                                      <p:cBhvr>
                                        <p:cTn id="32" dur="500"/>
                                        <p:tgtEl>
                                          <p:spTgt spid="993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99331">
                                            <p:txEl>
                                              <p:pRg st="6" end="6"/>
                                            </p:txEl>
                                          </p:spTgt>
                                        </p:tgtEl>
                                        <p:attrNameLst>
                                          <p:attrName>style.visibility</p:attrName>
                                        </p:attrNameLst>
                                      </p:cBhvr>
                                      <p:to>
                                        <p:strVal val="visible"/>
                                      </p:to>
                                    </p:set>
                                    <p:animEffect transition="in" filter="wipe(down)">
                                      <p:cBhvr>
                                        <p:cTn id="37" dur="500"/>
                                        <p:tgtEl>
                                          <p:spTgt spid="9933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r>
              <a:rPr lang="en-US" sz="3200" b="1" dirty="0"/>
              <a:t>Treatment Techniques </a:t>
            </a:r>
            <a:endParaRPr lang="en-US" altLang="en-US" sz="1800" b="1" dirty="0" smtClean="0">
              <a:solidFill>
                <a:srgbClr val="0070C0"/>
              </a:solidFill>
            </a:endParaRPr>
          </a:p>
        </p:txBody>
      </p:sp>
      <p:sp>
        <p:nvSpPr>
          <p:cNvPr id="99331" name="Rectangle 3"/>
          <p:cNvSpPr>
            <a:spLocks noGrp="1" noChangeArrowheads="1"/>
          </p:cNvSpPr>
          <p:nvPr>
            <p:ph type="body" idx="1"/>
          </p:nvPr>
        </p:nvSpPr>
        <p:spPr>
          <a:xfrm>
            <a:off x="225288" y="1528549"/>
            <a:ext cx="8918712" cy="4938512"/>
          </a:xfrm>
        </p:spPr>
        <p:txBody>
          <a:bodyPr>
            <a:noAutofit/>
          </a:bodyPr>
          <a:lstStyle/>
          <a:p>
            <a:pPr lvl="0" algn="just">
              <a:lnSpc>
                <a:spcPct val="160000"/>
              </a:lnSpc>
              <a:buNone/>
            </a:pPr>
            <a:r>
              <a:rPr lang="en-GB" sz="4000" b="1" dirty="0" smtClean="0"/>
              <a:t>B. Behaviour therapies</a:t>
            </a:r>
            <a:endParaRPr lang="en-US" sz="4000" dirty="0" smtClean="0"/>
          </a:p>
          <a:p>
            <a:pPr>
              <a:buNone/>
            </a:pPr>
            <a:r>
              <a:rPr lang="en-GB" sz="2400" b="1" dirty="0" smtClean="0">
                <a:solidFill>
                  <a:srgbClr val="00B0F0"/>
                </a:solidFill>
              </a:rPr>
              <a:t>B1. Classical conditioning treatments </a:t>
            </a:r>
            <a:endParaRPr lang="en-US" sz="2400" dirty="0" smtClean="0">
              <a:solidFill>
                <a:srgbClr val="00B0F0"/>
              </a:solidFill>
            </a:endParaRPr>
          </a:p>
          <a:p>
            <a:r>
              <a:rPr lang="en-GB" sz="2400" b="1" dirty="0" smtClean="0"/>
              <a:t>Exposure (extinction approach):</a:t>
            </a:r>
            <a:endParaRPr lang="en-US" sz="2400" dirty="0" smtClean="0"/>
          </a:p>
          <a:p>
            <a:r>
              <a:rPr lang="en-GB" sz="2400" b="1" dirty="0" smtClean="0"/>
              <a:t>Systematic desensitization (counter </a:t>
            </a:r>
            <a:r>
              <a:rPr lang="en-GB" sz="2400" b="1" dirty="0" smtClean="0"/>
              <a:t>conditioning)</a:t>
            </a:r>
            <a:endParaRPr lang="en-US" sz="2400" dirty="0" smtClean="0"/>
          </a:p>
          <a:p>
            <a:r>
              <a:rPr lang="en-GB" sz="2400" b="1" dirty="0" smtClean="0"/>
              <a:t>Aversion therapy</a:t>
            </a:r>
            <a:endParaRPr lang="en-US" sz="2400" dirty="0" smtClean="0"/>
          </a:p>
          <a:p>
            <a:pPr>
              <a:buNone/>
            </a:pPr>
            <a:r>
              <a:rPr lang="en-GB" sz="2400" b="1" dirty="0" smtClean="0">
                <a:solidFill>
                  <a:srgbClr val="00B0F0"/>
                </a:solidFill>
              </a:rPr>
              <a:t>B2. Operant conditioning treatments </a:t>
            </a:r>
            <a:endParaRPr lang="en-US" sz="2400" dirty="0" smtClean="0">
              <a:solidFill>
                <a:srgbClr val="00B0F0"/>
              </a:solidFill>
            </a:endParaRPr>
          </a:p>
          <a:p>
            <a:pPr lvl="0"/>
            <a:r>
              <a:rPr lang="en-GB" sz="2400" b="1" dirty="0" smtClean="0"/>
              <a:t>Positive reinforcement</a:t>
            </a:r>
          </a:p>
          <a:p>
            <a:r>
              <a:rPr lang="en-GB" sz="2400" b="1" dirty="0" smtClean="0"/>
              <a:t>Therapeutic use of punishment</a:t>
            </a:r>
            <a:endParaRPr lang="en-US" sz="2400" dirty="0" smtClean="0"/>
          </a:p>
          <a:p>
            <a:pPr>
              <a:buNone/>
            </a:pPr>
            <a:r>
              <a:rPr lang="en-GB" sz="2400" b="1" dirty="0" smtClean="0">
                <a:solidFill>
                  <a:srgbClr val="00B0F0"/>
                </a:solidFill>
              </a:rPr>
              <a:t>B3. Modelling and social skills training</a:t>
            </a:r>
            <a:endParaRPr lang="en-US" sz="2400" dirty="0" smtClean="0"/>
          </a:p>
          <a:p>
            <a:pPr algn="just">
              <a:lnSpc>
                <a:spcPct val="160000"/>
              </a:lnSpc>
              <a:buNone/>
            </a:pPr>
            <a:endParaRPr lang="en-US" sz="2400" dirty="0"/>
          </a:p>
        </p:txBody>
      </p:sp>
    </p:spTree>
    <p:extLst>
      <p:ext uri="{BB962C8B-B14F-4D97-AF65-F5344CB8AC3E}">
        <p14:creationId xmlns="" xmlns:p14="http://schemas.microsoft.com/office/powerpoint/2010/main" val="2100544991"/>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Effect transition="in" filter="wipe(down)">
                                      <p:cBhvr>
                                        <p:cTn id="7" dur="500"/>
                                        <p:tgtEl>
                                          <p:spTgt spid="99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9331">
                                            <p:txEl>
                                              <p:pRg st="1" end="1"/>
                                            </p:txEl>
                                          </p:spTgt>
                                        </p:tgtEl>
                                        <p:attrNameLst>
                                          <p:attrName>style.visibility</p:attrName>
                                        </p:attrNameLst>
                                      </p:cBhvr>
                                      <p:to>
                                        <p:strVal val="visible"/>
                                      </p:to>
                                    </p:set>
                                    <p:animEffect transition="in" filter="wipe(down)">
                                      <p:cBhvr>
                                        <p:cTn id="12" dur="500"/>
                                        <p:tgtEl>
                                          <p:spTgt spid="993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9331">
                                            <p:txEl>
                                              <p:pRg st="2" end="2"/>
                                            </p:txEl>
                                          </p:spTgt>
                                        </p:tgtEl>
                                        <p:attrNameLst>
                                          <p:attrName>style.visibility</p:attrName>
                                        </p:attrNameLst>
                                      </p:cBhvr>
                                      <p:to>
                                        <p:strVal val="visible"/>
                                      </p:to>
                                    </p:set>
                                    <p:animEffect transition="in" filter="wipe(down)">
                                      <p:cBhvr>
                                        <p:cTn id="17" dur="500"/>
                                        <p:tgtEl>
                                          <p:spTgt spid="993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9331">
                                            <p:txEl>
                                              <p:pRg st="3" end="3"/>
                                            </p:txEl>
                                          </p:spTgt>
                                        </p:tgtEl>
                                        <p:attrNameLst>
                                          <p:attrName>style.visibility</p:attrName>
                                        </p:attrNameLst>
                                      </p:cBhvr>
                                      <p:to>
                                        <p:strVal val="visible"/>
                                      </p:to>
                                    </p:set>
                                    <p:animEffect transition="in" filter="wipe(down)">
                                      <p:cBhvr>
                                        <p:cTn id="22" dur="500"/>
                                        <p:tgtEl>
                                          <p:spTgt spid="993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9331">
                                            <p:txEl>
                                              <p:pRg st="4" end="4"/>
                                            </p:txEl>
                                          </p:spTgt>
                                        </p:tgtEl>
                                        <p:attrNameLst>
                                          <p:attrName>style.visibility</p:attrName>
                                        </p:attrNameLst>
                                      </p:cBhvr>
                                      <p:to>
                                        <p:strVal val="visible"/>
                                      </p:to>
                                    </p:set>
                                    <p:animEffect transition="in" filter="wipe(down)">
                                      <p:cBhvr>
                                        <p:cTn id="27" dur="500"/>
                                        <p:tgtEl>
                                          <p:spTgt spid="993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99331">
                                            <p:txEl>
                                              <p:pRg st="5" end="5"/>
                                            </p:txEl>
                                          </p:spTgt>
                                        </p:tgtEl>
                                        <p:attrNameLst>
                                          <p:attrName>style.visibility</p:attrName>
                                        </p:attrNameLst>
                                      </p:cBhvr>
                                      <p:to>
                                        <p:strVal val="visible"/>
                                      </p:to>
                                    </p:set>
                                    <p:animEffect transition="in" filter="wipe(down)">
                                      <p:cBhvr>
                                        <p:cTn id="32" dur="500"/>
                                        <p:tgtEl>
                                          <p:spTgt spid="993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99331">
                                            <p:txEl>
                                              <p:pRg st="6" end="6"/>
                                            </p:txEl>
                                          </p:spTgt>
                                        </p:tgtEl>
                                        <p:attrNameLst>
                                          <p:attrName>style.visibility</p:attrName>
                                        </p:attrNameLst>
                                      </p:cBhvr>
                                      <p:to>
                                        <p:strVal val="visible"/>
                                      </p:to>
                                    </p:set>
                                    <p:animEffect transition="in" filter="wipe(down)">
                                      <p:cBhvr>
                                        <p:cTn id="37" dur="500"/>
                                        <p:tgtEl>
                                          <p:spTgt spid="9933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99331">
                                            <p:txEl>
                                              <p:pRg st="7" end="7"/>
                                            </p:txEl>
                                          </p:spTgt>
                                        </p:tgtEl>
                                        <p:attrNameLst>
                                          <p:attrName>style.visibility</p:attrName>
                                        </p:attrNameLst>
                                      </p:cBhvr>
                                      <p:to>
                                        <p:strVal val="visible"/>
                                      </p:to>
                                    </p:set>
                                    <p:animEffect transition="in" filter="wipe(down)">
                                      <p:cBhvr>
                                        <p:cTn id="42" dur="500"/>
                                        <p:tgtEl>
                                          <p:spTgt spid="9933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99331">
                                            <p:txEl>
                                              <p:pRg st="8" end="8"/>
                                            </p:txEl>
                                          </p:spTgt>
                                        </p:tgtEl>
                                        <p:attrNameLst>
                                          <p:attrName>style.visibility</p:attrName>
                                        </p:attrNameLst>
                                      </p:cBhvr>
                                      <p:to>
                                        <p:strVal val="visible"/>
                                      </p:to>
                                    </p:set>
                                    <p:animEffect transition="in" filter="wipe(down)">
                                      <p:cBhvr>
                                        <p:cTn id="47" dur="500"/>
                                        <p:tgtEl>
                                          <p:spTgt spid="9933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0"/>
            <a:ext cx="8686801" cy="1086677"/>
          </a:xfrm>
        </p:spPr>
        <p:txBody>
          <a:bodyPr/>
          <a:lstStyle/>
          <a:p>
            <a:pPr algn="r"/>
            <a:r>
              <a:rPr lang="en-US" sz="6000" dirty="0" smtClean="0">
                <a:solidFill>
                  <a:srgbClr val="FF0000"/>
                </a:solidFill>
                <a:latin typeface="Aharoni" pitchFamily="2" charset="-79"/>
                <a:cs typeface="Aharoni" pitchFamily="2" charset="-79"/>
              </a:rPr>
              <a:t>THE END</a:t>
            </a:r>
            <a:endParaRPr lang="en-US" sz="6000" dirty="0">
              <a:solidFill>
                <a:srgbClr val="FF0000"/>
              </a:solidFill>
              <a:latin typeface="Aharoni" pitchFamily="2" charset="-79"/>
              <a:cs typeface="Aharoni" pitchFamily="2" charset="-79"/>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3831712872"/>
              </p:ext>
            </p:extLst>
          </p:nvPr>
        </p:nvGraphicFramePr>
        <p:xfrm>
          <a:off x="172278" y="1882156"/>
          <a:ext cx="8971722" cy="4389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p:cNvPicPr>
            <a:picLocks noChangeAspect="1"/>
          </p:cNvPicPr>
          <p:nvPr/>
        </p:nvPicPr>
        <p:blipFill>
          <a:blip r:embed="rId6">
            <a:extLst>
              <a:ext uri="{28A0092B-C50C-407E-A947-70E740481C1C}">
                <a14:useLocalDpi xmlns:a14="http://schemas.microsoft.com/office/drawing/2010/main" xmlns="" val="0"/>
              </a:ext>
            </a:extLst>
          </a:blip>
          <a:stretch>
            <a:fillRect/>
          </a:stretch>
        </p:blipFill>
        <p:spPr>
          <a:xfrm>
            <a:off x="0" y="0"/>
            <a:ext cx="6029739" cy="6857999"/>
          </a:xfrm>
          <a:prstGeom prst="rect">
            <a:avLst/>
          </a:prstGeom>
        </p:spPr>
      </p:pic>
    </p:spTree>
    <p:extLst>
      <p:ext uri="{BB962C8B-B14F-4D97-AF65-F5344CB8AC3E}">
        <p14:creationId xmlns:p14="http://schemas.microsoft.com/office/powerpoint/2010/main" xmlns="" val="239788477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33400"/>
            <a:ext cx="7772400" cy="990600"/>
          </a:xfrm>
        </p:spPr>
        <p:txBody>
          <a:bodyPr/>
          <a:lstStyle/>
          <a:p>
            <a:pPr lvl="0" algn="ctr"/>
            <a:r>
              <a:rPr lang="en-US" sz="5400" b="1" dirty="0" smtClean="0">
                <a:solidFill>
                  <a:srgbClr val="FFFF00"/>
                </a:solidFill>
                <a:latin typeface="Lucida Calligraphy" pitchFamily="66" charset="0"/>
              </a:rPr>
              <a:t>THE END</a:t>
            </a:r>
            <a:endParaRPr lang="en-US" sz="5400" dirty="0"/>
          </a:p>
        </p:txBody>
      </p:sp>
      <p:sp>
        <p:nvSpPr>
          <p:cNvPr id="3" name="Content Placeholder 2"/>
          <p:cNvSpPr>
            <a:spLocks noGrp="1"/>
          </p:cNvSpPr>
          <p:nvPr>
            <p:ph idx="1"/>
          </p:nvPr>
        </p:nvSpPr>
        <p:spPr>
          <a:xfrm>
            <a:off x="914400" y="1524000"/>
            <a:ext cx="7772400" cy="4831560"/>
          </a:xfrm>
        </p:spPr>
        <p:txBody>
          <a:bodyPr>
            <a:normAutofit/>
          </a:bodyPr>
          <a:lstStyle/>
          <a:p>
            <a:pPr marL="274320" lvl="0" indent="-274320" algn="ctr">
              <a:spcBef>
                <a:spcPct val="20000"/>
              </a:spcBef>
              <a:buClr>
                <a:srgbClr val="D16349"/>
              </a:buClr>
              <a:buSzPct val="85000"/>
              <a:buNone/>
            </a:pPr>
            <a:endParaRPr lang="en-US" sz="3200" dirty="0" smtClean="0">
              <a:solidFill>
                <a:srgbClr val="FFFF00"/>
              </a:solidFill>
              <a:latin typeface="Lucida Calligraphy" pitchFamily="66" charset="0"/>
            </a:endParaRPr>
          </a:p>
          <a:p>
            <a:pPr marL="274320" lvl="0" indent="-274320" algn="ctr">
              <a:spcBef>
                <a:spcPct val="20000"/>
              </a:spcBef>
              <a:buClr>
                <a:srgbClr val="D16349"/>
              </a:buClr>
              <a:buSzPct val="85000"/>
              <a:buNone/>
            </a:pPr>
            <a:r>
              <a:rPr lang="en-US" sz="5400" b="1" dirty="0" smtClean="0">
                <a:solidFill>
                  <a:srgbClr val="FFFF00"/>
                </a:solidFill>
                <a:latin typeface="Lucida Calligraphy" pitchFamily="66" charset="0"/>
              </a:rPr>
              <a:t>THANK YOU VERY MUCH</a:t>
            </a:r>
          </a:p>
          <a:p>
            <a:pPr marL="274320" lvl="0" indent="-274320" algn="ctr">
              <a:spcBef>
                <a:spcPct val="20000"/>
              </a:spcBef>
              <a:buClr>
                <a:srgbClr val="D16349"/>
              </a:buClr>
              <a:buSzPct val="85000"/>
              <a:buNone/>
            </a:pPr>
            <a:endParaRPr lang="en-US" sz="3200" dirty="0" smtClean="0">
              <a:solidFill>
                <a:srgbClr val="FFFF00"/>
              </a:solidFill>
              <a:latin typeface="Lucida Calligraphy" pitchFamily="66" charset="0"/>
            </a:endParaRPr>
          </a:p>
          <a:p>
            <a:pPr marL="274320" lvl="0" indent="-274320" algn="ctr">
              <a:spcBef>
                <a:spcPct val="20000"/>
              </a:spcBef>
              <a:buClr>
                <a:srgbClr val="D16349"/>
              </a:buClr>
              <a:buSzPct val="85000"/>
              <a:buNone/>
            </a:pPr>
            <a:r>
              <a:rPr lang="en-US" sz="5400" b="1" dirty="0" smtClean="0">
                <a:solidFill>
                  <a:srgbClr val="FFFF00"/>
                </a:solidFill>
                <a:latin typeface="Lucida Calligraphy" pitchFamily="66" charset="0"/>
              </a:rPr>
              <a:t>ALL THE BEST!!</a:t>
            </a:r>
          </a:p>
          <a:p>
            <a:endParaRPr lang="en-US" sz="5400" dirty="0"/>
          </a:p>
        </p:txBody>
      </p:sp>
      <p:sp>
        <p:nvSpPr>
          <p:cNvPr id="4" name="Date Placeholder 3"/>
          <p:cNvSpPr>
            <a:spLocks noGrp="1"/>
          </p:cNvSpPr>
          <p:nvPr>
            <p:ph type="dt" sz="half" idx="10"/>
          </p:nvPr>
        </p:nvSpPr>
        <p:spPr/>
        <p:txBody>
          <a:bodyPr/>
          <a:lstStyle/>
          <a:p>
            <a:r>
              <a:rPr lang="en-US" smtClean="0"/>
              <a:t>December, 2008</a:t>
            </a:r>
            <a:endParaRPr lang="en-US"/>
          </a:p>
        </p:txBody>
      </p:sp>
      <p:sp>
        <p:nvSpPr>
          <p:cNvPr id="5" name="Footer Placeholder 4"/>
          <p:cNvSpPr>
            <a:spLocks noGrp="1"/>
          </p:cNvSpPr>
          <p:nvPr>
            <p:ph type="ftr" sz="quarter" idx="11"/>
          </p:nvPr>
        </p:nvSpPr>
        <p:spPr/>
        <p:txBody>
          <a:bodyPr/>
          <a:lstStyle/>
          <a:p>
            <a:r>
              <a:rPr lang="en-US" smtClean="0"/>
              <a:t>E. W/G</a:t>
            </a:r>
            <a:endParaRPr lang="en-US"/>
          </a:p>
        </p:txBody>
      </p:sp>
      <p:sp>
        <p:nvSpPr>
          <p:cNvPr id="6" name="Slide Number Placeholder 5"/>
          <p:cNvSpPr>
            <a:spLocks noGrp="1"/>
          </p:cNvSpPr>
          <p:nvPr>
            <p:ph type="sldNum" sz="quarter" idx="12"/>
          </p:nvPr>
        </p:nvSpPr>
        <p:spPr/>
        <p:txBody>
          <a:bodyPr/>
          <a:lstStyle/>
          <a:p>
            <a:fld id="{AD11457B-7433-42AD-BA61-05DF5B53CDC1}" type="slidenum">
              <a:rPr lang="en-US" smtClean="0"/>
              <a:pPr/>
              <a:t>38</a:t>
            </a:fld>
            <a:endParaRPr lang="en-US"/>
          </a:p>
        </p:txBody>
      </p:sp>
    </p:spTree>
  </p:cSld>
  <p:clrMapOvr>
    <a:masterClrMapping/>
  </p:clrMapOvr>
  <p:transition>
    <p:wipe dir="r"/>
  </p:transition>
  <p:timing>
    <p:tnLst>
      <p:par>
        <p:cTn id="1" dur="indefinite" restart="never" nodeType="tmRoot"/>
      </p:par>
    </p:tnLst>
  </p:timing>
</p:sld>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13.xml.rels><?xml version="1.0" encoding="UTF-8" standalone="yes"?>
<Relationships xmlns="http://schemas.openxmlformats.org/package/2006/relationships"><Relationship Id="rId1" Type="http://schemas.openxmlformats.org/officeDocument/2006/relationships/image" Target="../media/image3.jpeg"/></Relationships>
</file>

<file path=ppt/theme/_rels/theme15.xml.rels><?xml version="1.0" encoding="UTF-8" standalone="yes"?>
<Relationships xmlns="http://schemas.openxmlformats.org/package/2006/relationships"><Relationship Id="rId1" Type="http://schemas.openxmlformats.org/officeDocument/2006/relationships/image" Target="../media/image3.jpeg"/></Relationships>
</file>

<file path=ppt/theme/_rels/theme16.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Media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1_Media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4.xml><?xml version="1.0" encoding="utf-8"?>
<a:theme xmlns:a="http://schemas.openxmlformats.org/drawingml/2006/main" name="4_Media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5.xml><?xml version="1.0" encoding="utf-8"?>
<a:theme xmlns:a="http://schemas.openxmlformats.org/drawingml/2006/main" name="5_Media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6.xml><?xml version="1.0" encoding="utf-8"?>
<a:theme xmlns:a="http://schemas.openxmlformats.org/drawingml/2006/main" name="6_Media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7.xml><?xml version="1.0" encoding="utf-8"?>
<a:theme xmlns:a="http://schemas.openxmlformats.org/drawingml/2006/main" name="7_Media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8.xml><?xml version="1.0" encoding="utf-8"?>
<a:theme xmlns:a="http://schemas.openxmlformats.org/drawingml/2006/main" name="8_Media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9.xml><?xml version="1.0" encoding="utf-8"?>
<a:theme xmlns:a="http://schemas.openxmlformats.org/drawingml/2006/main" name="9_Media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10.xml><?xml version="1.0" encoding="utf-8"?>
<a:theme xmlns:a="http://schemas.openxmlformats.org/drawingml/2006/main" name="10_Media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11.xml><?xml version="1.0" encoding="utf-8"?>
<a:theme xmlns:a="http://schemas.openxmlformats.org/drawingml/2006/main" name="12_Media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12.xml><?xml version="1.0" encoding="utf-8"?>
<a:theme xmlns:a="http://schemas.openxmlformats.org/drawingml/2006/main" name="14_Media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13.xml><?xml version="1.0" encoding="utf-8"?>
<a:theme xmlns:a="http://schemas.openxmlformats.org/drawingml/2006/main" name="1_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ppt/theme/theme14.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15.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ppt/theme/theme16.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1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Office Theme</Template>
  <TotalTime>1932</TotalTime>
  <Words>3092</Words>
  <Application>Microsoft Office PowerPoint</Application>
  <PresentationFormat>On-screen Show (4:3)</PresentationFormat>
  <Paragraphs>295</Paragraphs>
  <Slides>38</Slides>
  <Notes>13</Notes>
  <HiddenSlides>0</HiddenSlides>
  <MMClips>0</MMClips>
  <ScaleCrop>false</ScaleCrop>
  <HeadingPairs>
    <vt:vector size="4" baseType="variant">
      <vt:variant>
        <vt:lpstr>Theme</vt:lpstr>
      </vt:variant>
      <vt:variant>
        <vt:i4>16</vt:i4>
      </vt:variant>
      <vt:variant>
        <vt:lpstr>Slide Titles</vt:lpstr>
      </vt:variant>
      <vt:variant>
        <vt:i4>38</vt:i4>
      </vt:variant>
    </vt:vector>
  </HeadingPairs>
  <TitlesOfParts>
    <vt:vector size="54" baseType="lpstr">
      <vt:lpstr>Office Theme</vt:lpstr>
      <vt:lpstr>Median</vt:lpstr>
      <vt:lpstr>1_Median</vt:lpstr>
      <vt:lpstr>4_Median</vt:lpstr>
      <vt:lpstr>5_Median</vt:lpstr>
      <vt:lpstr>6_Median</vt:lpstr>
      <vt:lpstr>7_Median</vt:lpstr>
      <vt:lpstr>8_Median</vt:lpstr>
      <vt:lpstr>9_Median</vt:lpstr>
      <vt:lpstr>10_Median</vt:lpstr>
      <vt:lpstr>12_Median</vt:lpstr>
      <vt:lpstr>14_Median</vt:lpstr>
      <vt:lpstr>1_Metro</vt:lpstr>
      <vt:lpstr>Slipstream</vt:lpstr>
      <vt:lpstr>Metro</vt:lpstr>
      <vt:lpstr>Flow</vt:lpstr>
      <vt:lpstr>CHAPTER 7</vt:lpstr>
      <vt:lpstr>CHAPTER OVERVIEW</vt:lpstr>
      <vt:lpstr>Slide 3</vt:lpstr>
      <vt:lpstr>Slide 4</vt:lpstr>
      <vt:lpstr>7.1 Nature of Psychological Disorders</vt:lpstr>
      <vt:lpstr>Nature of Psychological Disorders (C0ntd.) </vt:lpstr>
      <vt:lpstr>Nature of Psychological Disorders (C0ntd.)</vt:lpstr>
      <vt:lpstr>Criteria to determine Psychological Disorders Defining 'Abnormality'</vt:lpstr>
      <vt:lpstr>2. Personal Distress: physical or psychological pain observed on the individual</vt:lpstr>
      <vt:lpstr>D. Risky (harmful) to self and others: producing any harmful behavior to oneself and/or to others</vt:lpstr>
      <vt:lpstr>7.2.2. Psychological Perspectives </vt:lpstr>
      <vt:lpstr>Psychological Perspectives (contd.) </vt:lpstr>
      <vt:lpstr>Psychological Perspectives (contd.) </vt:lpstr>
      <vt:lpstr>Slide 14</vt:lpstr>
      <vt:lpstr> 1. Mood Disorders </vt:lpstr>
      <vt:lpstr>Slide 16</vt:lpstr>
      <vt:lpstr>  Types of depression </vt:lpstr>
      <vt:lpstr>Dysthymic disorders</vt:lpstr>
      <vt:lpstr>2. Anxiety Disorders</vt:lpstr>
      <vt:lpstr>Types of Anxiety Disorders</vt:lpstr>
      <vt:lpstr>2.1 Generalized anxiety disorder (GAD)</vt:lpstr>
      <vt:lpstr>2.2 Panic Disorder</vt:lpstr>
      <vt:lpstr>2.3 Phobic Disorders</vt:lpstr>
      <vt:lpstr>Slide 24</vt:lpstr>
      <vt:lpstr>2.4 Obsessive-Compulsive Disorder (OCD)</vt:lpstr>
      <vt:lpstr>2.5 Posttraumatic Stress Disorder (PTSD)</vt:lpstr>
      <vt:lpstr>3. Personality Disorders</vt:lpstr>
      <vt:lpstr>Types of personality disorders </vt:lpstr>
      <vt:lpstr>Types of personality disorders </vt:lpstr>
      <vt:lpstr>Types of personality disorders </vt:lpstr>
      <vt:lpstr>7.4 Treatment Techniques</vt:lpstr>
      <vt:lpstr>Treatment (Contd)</vt:lpstr>
      <vt:lpstr>Treatment (Contd)</vt:lpstr>
      <vt:lpstr>Treatment (Contd)</vt:lpstr>
      <vt:lpstr>Treatment (Contd)</vt:lpstr>
      <vt:lpstr>Treatment Techniques </vt:lpstr>
      <vt:lpstr>THE END</vt:lpstr>
      <vt:lpstr>THE END</vt:lpstr>
    </vt:vector>
  </TitlesOfParts>
  <Company>Toshiba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TEN</dc:title>
  <dc:creator>user</dc:creator>
  <cp:lastModifiedBy>user</cp:lastModifiedBy>
  <cp:revision>297</cp:revision>
  <cp:lastPrinted>2019-12-21T06:06:24Z</cp:lastPrinted>
  <dcterms:created xsi:type="dcterms:W3CDTF">2015-11-26T16:16:37Z</dcterms:created>
  <dcterms:modified xsi:type="dcterms:W3CDTF">2022-07-12T23:08:48Z</dcterms:modified>
</cp:coreProperties>
</file>